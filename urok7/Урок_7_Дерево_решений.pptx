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алгоритм классификации. Начинаем с игры '20 вопросов': класс загадывает животное, учитель угадывает вопросами да/нет. Так же работает дерево.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Игра вживую: класс загадывает животное, учитель угадывает вопросами. Каждый ответ отсекает половину. Дерево решений так же задаёт вопросы данным.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Дерево задаёт вопросы о признаках: пол? класс билета? Влево — да, вправо — нет. В отличие от KNN, оно СТРОИТ правила, а не запоминает. Нарисуй на 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Огромный плюс дерева: его логику видно (plot_tree). KNN — чёрный ящик. В медицине, банках, суде важно объяснять решение — там дерево незаменимо.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max_depth дерево запоминает каждого: train 0.99 / test 0.71 — переобучение. С max_depth=3: 0.83/0.74 — честнее. Прямая связь с уроком 6 'зазубрил vs понял'.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 ноутбук урока 7. Обучи дерево, нарисуй plot_tree, прочитай первый вопрос. Убери max_depth — увидишь переобучение. Конкурс: угадать первый вопрос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Дерево строит видимые правила, переобучается без max_depth. Домашка: перебрать глубины, найти переобучение, прочитать первый вопрос дерева.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 · КЛАССИФИКАЦИЯ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Дерево решений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«20 вопросов» для машины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Игра «20 вопросов»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Загадай животное — угадаю вопросами да/нет.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 большое?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24612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66160" y="28346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Живёт в воде?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8932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хищник?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3252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52560" y="28346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шерсть?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ответ да/нет отсекает половину вариантов. Дерево решений делает ТО ЖЕ САМОЕ с данными.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Как думает дерево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выжил ли пассажир на «Титанике»?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0" y="182880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6D5DF6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0" y="18288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 = женский?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0" y="2606040"/>
            <a:ext cx="-2103120" cy="96012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2606040"/>
            <a:ext cx="2103120" cy="960120"/>
          </a:xfrm>
          <a:prstGeom prst="line">
            <a:avLst/>
          </a:prstGeom>
          <a:noFill/>
          <a:ln w="25400">
            <a:solidFill>
              <a:srgbClr val="F472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36118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2E2A6B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билета = 3?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3611880"/>
            <a:ext cx="2743200" cy="731520"/>
          </a:xfrm>
          <a:prstGeom prst="roundRect">
            <a:avLst>
              <a:gd name="adj" fmla="val 12500"/>
            </a:avLst>
          </a:prstGeom>
          <a:solidFill>
            <a:srgbClr val="3D1730"/>
          </a:solidFill>
          <a:ln w="19050">
            <a:solidFill>
              <a:srgbClr val="F47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НЕ выжил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4343400"/>
            <a:ext cx="-731520" cy="82296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4343400"/>
            <a:ext cx="731520" cy="822960"/>
          </a:xfrm>
          <a:prstGeom prst="line">
            <a:avLst/>
          </a:prstGeom>
          <a:noFill/>
          <a:ln w="19050">
            <a:solidFill>
              <a:srgbClr val="F472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516636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3A2E0F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166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на 50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516636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0E3A2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5166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F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Скорее выжил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0" y="39319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строит
ПРАВИЛА,
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запоминает,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KNN.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914400" cy="9144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896112"/>
            <a:ext cx="502920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плюс: дерево ВИДНО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5F4FF"/>
          </a:solidFill>
          <a:ln w="25400">
            <a:solidFill>
              <a:srgbClr val="6D5D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Дерево 🌳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26517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можно нарисовать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видно, ПОЧЕМУ так решило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строит понятные правила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5F4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😴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83680" y="26517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просто запоминает точки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решение как «чёрный ящик»
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трудно объяснить почему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303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важно: в медицине и банках нужно объяснять, ПОЧЕМУ модель так решила.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914400" cy="914400"/>
          </a:xfrm>
          <a:prstGeom prst="ellipse">
            <a:avLst/>
          </a:prstGeom>
          <a:solidFill>
            <a:srgbClr val="FCD34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7772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Опасность: переобучение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дать дереву расти без ограничений — оно запомнит каждого пассажира.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3D1730"/>
          </a:solidFill>
          <a:ln w="25400">
            <a:solidFill>
              <a:srgbClr val="F472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A8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Без ограничения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0.99   </a:t>
            </a:r>
            <a:pPr indent="0" marL="0">
              <a:buNone/>
            </a:pPr>
            <a:r>
              <a:rPr lang="en-US" sz="2000" b="1" dirty="0">
                <a:solidFill>
                  <a:srgbClr val="F9A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0.71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зазубрило каждого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0E3A2A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B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max_depth = 3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836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0.83   </a:t>
            </a:r>
            <a:pPr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0.74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F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выучило общие правила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Лекарство — ограничить глубину (max_depth). Меньше вопросов = общие правила, а не зубрёжка.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194560" y="521208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2E2A6B"/>
          </a:solidFill>
          <a:ln/>
        </p:spPr>
      </p:sp>
      <p:sp>
        <p:nvSpPr>
          <p:cNvPr id="16" name="Text 13"/>
          <p:cNvSpPr/>
          <p:nvPr/>
        </p:nvSpPr>
        <p:spPr>
          <a:xfrm>
            <a:off x="2377440" y="52120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же, что «зазубрил vs понял» с прошлого урока — только для дерева!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вырасти дерево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 дерево и НАРИСУЙ его (plot_tree).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Прочитай: какой вопрос дерево задаёт первым?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max_depth — увидь переобучение.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Конкурс: угадай первый вопрос дерева ДО того, как нарисуешь!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Главный вывод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Дерево задаёт вопросы да/нет и строит понятные правила — их видно.</a:t>
            </a:r>
            <a:endParaRPr lang="en-US" sz="2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Без ограничения глубины оно переобучается. Спасает max_depth.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1463040" y="4023360"/>
            <a:ext cx="9235440" cy="2103120"/>
          </a:xfrm>
          <a:prstGeom prst="roundRect">
            <a:avLst>
              <a:gd name="adj" fmla="val 5217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663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max_depth = 2, 3, 5, 10 — запиши train и test точность.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какой глубине начинается переобучение?
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Прочитай нарисованное дерево: какой вопрос ПЕРВЫЙ? Почему он?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7 — Дерево решений</dc:title>
  <dc:subject>PptxGenJS Presentation</dc:subject>
  <dc:creator>PptxGenJS</dc:creator>
  <cp:lastModifiedBy>PptxGenJS</cp:lastModifiedBy>
  <cp:revision>1</cp:revision>
  <dcterms:created xsi:type="dcterms:W3CDTF">2026-07-02T08:26:17Z</dcterms:created>
  <dcterms:modified xsi:type="dcterms:W3CDTF">2026-07-02T08:26:17Z</dcterms:modified>
</cp:coreProperties>
</file>