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37160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162763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883664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2139696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2395728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265176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290779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9" name="Shape 7"/>
          <p:cNvSpPr/>
          <p:nvPr/>
        </p:nvSpPr>
        <p:spPr>
          <a:xfrm>
            <a:off x="9400032" y="137160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0" name="Shape 8"/>
          <p:cNvSpPr/>
          <p:nvPr/>
        </p:nvSpPr>
        <p:spPr>
          <a:xfrm>
            <a:off x="9400032" y="162763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1" name="Shape 9"/>
          <p:cNvSpPr/>
          <p:nvPr/>
        </p:nvSpPr>
        <p:spPr>
          <a:xfrm>
            <a:off x="9400032" y="1883664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2" name="Shape 10"/>
          <p:cNvSpPr/>
          <p:nvPr/>
        </p:nvSpPr>
        <p:spPr>
          <a:xfrm>
            <a:off x="9400032" y="2139696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3" name="Shape 11"/>
          <p:cNvSpPr/>
          <p:nvPr/>
        </p:nvSpPr>
        <p:spPr>
          <a:xfrm>
            <a:off x="9400032" y="2395728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4" name="Shape 12"/>
          <p:cNvSpPr/>
          <p:nvPr/>
        </p:nvSpPr>
        <p:spPr>
          <a:xfrm>
            <a:off x="9400032" y="265176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5" name="Shape 13"/>
          <p:cNvSpPr/>
          <p:nvPr/>
        </p:nvSpPr>
        <p:spPr>
          <a:xfrm>
            <a:off x="9400032" y="290779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6" name="Shape 14"/>
          <p:cNvSpPr/>
          <p:nvPr/>
        </p:nvSpPr>
        <p:spPr>
          <a:xfrm>
            <a:off x="9656064" y="137160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6064" y="1627632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9656064" y="1883664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9656064" y="2139696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656064" y="2395728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1" name="Shape 19"/>
          <p:cNvSpPr/>
          <p:nvPr/>
        </p:nvSpPr>
        <p:spPr>
          <a:xfrm>
            <a:off x="9656064" y="2651760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6064" y="290779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3" name="Shape 21"/>
          <p:cNvSpPr/>
          <p:nvPr/>
        </p:nvSpPr>
        <p:spPr>
          <a:xfrm>
            <a:off x="9912096" y="137160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4" name="Shape 22"/>
          <p:cNvSpPr/>
          <p:nvPr/>
        </p:nvSpPr>
        <p:spPr>
          <a:xfrm>
            <a:off x="9912096" y="1627632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9912096" y="1883664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6" name="Shape 24"/>
          <p:cNvSpPr/>
          <p:nvPr/>
        </p:nvSpPr>
        <p:spPr>
          <a:xfrm>
            <a:off x="9912096" y="2139696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7" name="Shape 25"/>
          <p:cNvSpPr/>
          <p:nvPr/>
        </p:nvSpPr>
        <p:spPr>
          <a:xfrm>
            <a:off x="9912096" y="2395728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8" name="Shape 26"/>
          <p:cNvSpPr/>
          <p:nvPr/>
        </p:nvSpPr>
        <p:spPr>
          <a:xfrm>
            <a:off x="9912096" y="2651760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9" name="Shape 27"/>
          <p:cNvSpPr/>
          <p:nvPr/>
        </p:nvSpPr>
        <p:spPr>
          <a:xfrm>
            <a:off x="9912096" y="290779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68128" y="137160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68128" y="162763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8128" y="1883664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68128" y="2139696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68128" y="2395728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68128" y="2651760"/>
            <a:ext cx="228600" cy="228600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8128" y="290779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24160" y="137160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24160" y="162763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24160" y="1883664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24160" y="2139696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24160" y="2395728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24160" y="265176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24160" y="290779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80192" y="137160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80192" y="162763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80192" y="1883664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80192" y="2139696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8" name="Shape 46"/>
          <p:cNvSpPr/>
          <p:nvPr/>
        </p:nvSpPr>
        <p:spPr>
          <a:xfrm>
            <a:off x="10680192" y="2395728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80192" y="2651760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80192" y="2907792"/>
            <a:ext cx="228600" cy="228600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 · НЕДЕЛЯ 7 · ВАУ-МОМЕНТ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9436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MNIST: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узнаёт цифры</a:t>
            </a:r>
            <a:endParaRPr lang="en-US" sz="4600" dirty="0"/>
          </a:p>
        </p:txBody>
      </p:sp>
      <p:sp>
        <p:nvSpPr>
          <p:cNvPr id="53" name="Text 51"/>
          <p:cNvSpPr/>
          <p:nvPr/>
        </p:nvSpPr>
        <p:spPr>
          <a:xfrm>
            <a:off x="59436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 цифру — сеть её прочитает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5943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14 · 90 минут · TensorFlow/Keras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— это матрица чисел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видит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«пятёрку»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150815" cy="3566160"/>
          </a:xfrm>
          <a:prstGeom prst="roundRect">
            <a:avLst>
              <a:gd name="adj" fmla="val 3077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видит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12280" y="3108960"/>
            <a:ext cx="45107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× 28 = 784 числа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яркость каждого пикселя (0…255)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94360" y="580644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всё же сеть научится по этим числам угадывать цифру.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сети для цифр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377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числа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86200" y="237744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8B7DF5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3484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скрытый слой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377440"/>
            <a:ext cx="548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26680" y="237744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27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2606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2668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4480560"/>
            <a:ext cx="110029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на выходе даёт 10 вероятностей — насколько сеть уверена, что это 0, 1, 2 … 9.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узнаёт цифры на ~97%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5603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9436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новых цифрах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103120"/>
            <a:ext cx="7116775" cy="3108960"/>
          </a:xfrm>
          <a:prstGeom prst="roundRect">
            <a:avLst>
              <a:gd name="adj" fmla="val 3529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Вау-момент урока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46320" y="2926080"/>
            <a:ext cx="647669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пишет свою цифру тёмным маркером, фотографирует, загружает — и его сеть её узнаёт. Дайте попробовать всем.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РАЗГОВОР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магия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Покажем сети случайный шум — она уверенно назовёт какую-то цифру.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931920"/>
            <a:ext cx="11002975" cy="1920240"/>
          </a:xfrm>
          <a:prstGeom prst="roundRect">
            <a:avLst>
              <a:gd name="adj" fmla="val 5714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160520"/>
            <a:ext cx="102714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не понимает цифры — она нашла статистический паттерн в пикселях. На мусоре она всё равно уверенно ответит.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521208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может ошибаться уверенно — запомните это для темы про ChatGPT (галлюцинации).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= матрица чисел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= подстройка весов за эпохи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 на MNIST — это норма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уверенно ошибается на незнакомом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сеть, записать точность
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Поиграть с числом нейронов (32/128/512) и эпох
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Объяснить: почему картинка — это числа и почему сеть уверенно ошибается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15: свёрточные сети (CNN).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2026-07-06T16:47:43Z</dcterms:created>
  <dcterms:modified xsi:type="dcterms:W3CDTF">2026-07-06T16:47:43Z</dcterms:modified>
</cp:coreProperties>
</file>