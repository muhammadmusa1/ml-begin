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463040"/>
            <a:ext cx="2377440" cy="621792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3" name="Shape 1"/>
          <p:cNvSpPr/>
          <p:nvPr/>
        </p:nvSpPr>
        <p:spPr>
          <a:xfrm>
            <a:off x="9253728" y="2194560"/>
            <a:ext cx="2377440" cy="621792"/>
          </a:xfrm>
          <a:prstGeom prst="roundRect">
            <a:avLst>
              <a:gd name="adj" fmla="val 14706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454896" y="2926080"/>
            <a:ext cx="2377440" cy="621792"/>
          </a:xfrm>
          <a:prstGeom prst="roundRect">
            <a:avLst>
              <a:gd name="adj" fmla="val 14706"/>
            </a:avLst>
          </a:prstGeom>
          <a:solidFill>
            <a:srgbClr val="27D3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8 · ПРОЕКТ · ЛИЧНЫЕ ДАННЫЕ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моих фото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ИИ-сайт за один урок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466344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6634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Ссылку на свой классификатор можно отправить родителям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шага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2510714" cy="3108960"/>
          </a:xfrm>
          <a:prstGeom prst="roundRect">
            <a:avLst>
              <a:gd name="adj" fmla="val 4370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666837" y="2514600"/>
            <a:ext cx="731520" cy="7315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666837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2363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фото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214495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категории, по 15–20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87954" y="2194560"/>
            <a:ext cx="320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07994" y="2194560"/>
            <a:ext cx="2510714" cy="3108960"/>
          </a:xfrm>
          <a:prstGeom prst="roundRect">
            <a:avLst>
              <a:gd name="adj" fmla="val 4370"/>
            </a:avLst>
          </a:prstGeom>
          <a:solidFill>
            <a:srgbClr val="241E42"/>
          </a:solidFill>
          <a:ln/>
        </p:spPr>
      </p:sp>
      <p:sp>
        <p:nvSpPr>
          <p:cNvPr id="11" name="Shape 9"/>
          <p:cNvSpPr/>
          <p:nvPr/>
        </p:nvSpPr>
        <p:spPr>
          <a:xfrm>
            <a:off x="4497591" y="2514600"/>
            <a:ext cx="731520" cy="7315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2" name="Text 10"/>
          <p:cNvSpPr/>
          <p:nvPr/>
        </p:nvSpPr>
        <p:spPr>
          <a:xfrm>
            <a:off x="4497591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5154" y="3429000"/>
            <a:ext cx="22363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90874" y="4114800"/>
            <a:ext cx="214495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 фото — много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8708" y="2194560"/>
            <a:ext cx="320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38748" y="2194560"/>
            <a:ext cx="2510714" cy="3108960"/>
          </a:xfrm>
          <a:prstGeom prst="roundRect">
            <a:avLst>
              <a:gd name="adj" fmla="val 4370"/>
            </a:avLst>
          </a:prstGeom>
          <a:solidFill>
            <a:srgbClr val="241E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28345" y="2514600"/>
            <a:ext cx="731520" cy="7315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8" name="Text 16"/>
          <p:cNvSpPr/>
          <p:nvPr/>
        </p:nvSpPr>
        <p:spPr>
          <a:xfrm>
            <a:off x="7328345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75908" y="3429000"/>
            <a:ext cx="22363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1628" y="4114800"/>
            <a:ext cx="214495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доучиваем MobileNet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49461" y="2194560"/>
            <a:ext cx="320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69501" y="2194560"/>
            <a:ext cx="2510714" cy="3108960"/>
          </a:xfrm>
          <a:prstGeom prst="roundRect">
            <a:avLst>
              <a:gd name="adj" fmla="val 4370"/>
            </a:avLst>
          </a:prstGeom>
          <a:solidFill>
            <a:srgbClr val="2C25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098" y="2514600"/>
            <a:ext cx="731520" cy="73152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59098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06661" y="3429000"/>
            <a:ext cx="22363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Gradio-сайт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52381" y="4114800"/>
            <a:ext cx="214495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публичная ссылка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ПРИЁМ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Аугментация: из одного фото — много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Повороты · отражения · приближение · яркость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фото превращаются в сотни примеров — модель учится лучше и не запоминает конкретные снимки.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11480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для хороших данных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Снимай на разном фоне и с разных ракурсов — иначе модель выучит фон, а не сам предмет.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→ рабочий сайт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554480"/>
          </a:xfrm>
          <a:prstGeom prst="roundRect">
            <a:avLst>
              <a:gd name="adj" fmla="val 7059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Оборачиваем модель в интерфейс: загрузил фото — получил ответ.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840480"/>
            <a:ext cx="11002975" cy="1920240"/>
          </a:xfrm>
          <a:prstGeom prst="roundRect">
            <a:avLst>
              <a:gd name="adj" fmla="val 5714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6908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gr.Interface(fn=predict, inputs=gr.Image(),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outputs=gr.Label()).launch(share=True)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share=True даёт публичную ссылку — работает в браузере телефона родителей.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ОЦЕНИВАЕТСЯ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Рубрика · 10 баллов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04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данные и категории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134295" y="23042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10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134295" y="3310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(модель работает)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134295" y="43159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21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Gradio + ссылка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134295" y="53218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621792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отлично · 7–8 хорошо · 5–6 зачёт · менее 5 — доработать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ФИНАЛ ФАЗЫ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554480"/>
          </a:xfrm>
          <a:prstGeom prst="roundRect">
            <a:avLst>
              <a:gd name="adj" fmla="val 7059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создал СВОЙ датасет, обучил модель на своих фото и опубликовал рабочий ИИ-сайт.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классификатор, оформить Gradio, сохранить публичную ссылку.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3749040"/>
            <a:ext cx="5150815" cy="2103120"/>
          </a:xfrm>
          <a:prstGeom prst="roundRect">
            <a:avLst>
              <a:gd name="adj" fmla="val 5217"/>
            </a:avLst>
          </a:prstGeom>
          <a:solidFill>
            <a:srgbClr val="2C2552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Фаза 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107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языковые модели: как устроен ChatGPT (токены, внимание, галлюцинации).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2026-07-06T17:03:31Z</dcterms:created>
  <dcterms:modified xsi:type="dcterms:W3CDTF">2026-07-06T17:03:31Z</dcterms:modified>
</cp:coreProperties>
</file>