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Мостик от урока 2: данные читали командами — теперь научимся их ВИДЕТЬ. Один график говорит больше, чем сто строк describe(). Покажи готовый scatter как вау-старт.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Дам таблицу из 900 чисел — связь возраста и цены глазами не найти. А на графике — за секунду. Покажи готовый scatter на проекторе.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инструмента закрывают 90% задач. Гистограмма — распределение одного. Scatter — связь двух. Heatmap — связь всех сразу цветом. Устрой игру 'угадай график'.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Корреляция — признаки двигаются вместе. Положительная и отрицательная. ГЛАВНОЕ правило на всю жизнь: корреляция не причина. Пример с мороженым. Машина видит связь, причину ищет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 ноутбук урока 3. Стройте три графика по шагам. Под каждым — что видишь. Потом каждый строит график из своего датасета, конкурс на самый наглядный.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Вывод: график сильнее таблицы, но связь ≠ причина. Домашка: 3 графика из своего датасета с подписью вывода под каждым.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6D5D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3 · ВИЗУАЛИЗАЦИЯ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Учимся «видеть» данные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 · корреляция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900 чисел в таблице.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Есть ли связь между возрастом и ценой билета?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5029200" cy="2468880"/>
          </a:xfrm>
          <a:prstGeom prst="roundRect">
            <a:avLst>
              <a:gd name="adj" fmla="val 4444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Глазами по числам 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никогда не увидишь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309360" y="2926080"/>
            <a:ext cx="5029200" cy="2468880"/>
          </a:xfrm>
          <a:prstGeom prst="roundRect">
            <a:avLst>
              <a:gd name="adj" fmla="val 4444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график 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 видно за секунду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учимся не читать данные, а ВИДЕТЬ их.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Три графика — три вопроса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57400" y="1874520"/>
            <a:ext cx="914400" cy="91440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Гистограмма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84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«сколько чего?»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одного признака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80560" y="155448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187452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Scatter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66344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«связаны ли</a:t>
            </a:r>
            <a:endParaRPr lang="en-US" sz="1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признака?»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точка —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объект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38160" y="155448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72600" y="1874520"/>
            <a:ext cx="914400" cy="9144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1031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Heatmap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32104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 связано</a:t>
            </a:r>
            <a:endParaRPr lang="en-US" sz="1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сразу?»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21040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цветом: красное —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связь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308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такое корреляция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два признака «двигаются вместе».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22960" y="246888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2E2A6B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Положительная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97280" y="3154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растёт одно — растёт другое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(рост и вес)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09360" y="246888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2E2A6B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9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Отрицательная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0" y="3154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растёт одно — падает другое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(пропуски и оценка)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2960" y="4297680"/>
            <a:ext cx="10515600" cy="1737360"/>
          </a:xfrm>
          <a:prstGeom prst="roundRect">
            <a:avLst>
              <a:gd name="adj" fmla="val 6316"/>
            </a:avLst>
          </a:prstGeom>
          <a:solidFill>
            <a:srgbClr val="3D1730"/>
          </a:solidFill>
          <a:ln w="19050">
            <a:solidFill>
              <a:srgbClr val="F472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44348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9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Корреляция — это НЕ причина.
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5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Летом растут продажи мороженого и число утонувших. Связь есть. Но мороженое не топит людей — просто оба зависят от жары.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D5DF6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Твой ход: оживи таблицу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0584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Построй гистограмму, scatter и heatmap по шагам.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каждым графиком ответь: что я здесь вижу?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на heatmap самую сильную пару признаков.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3492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2E2A6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504688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534924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Конкурс: чей график из своего датасета — самый наглядный?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8229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Главный вывод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97280" y="256032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Один хороший график говорит больше, чем сто строк чисел.</a:t>
            </a:r>
            <a:endParaRPr lang="en-US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График показывает связь — а причину ищет человек.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463040" y="4206240"/>
            <a:ext cx="9235440" cy="1920240"/>
          </a:xfrm>
          <a:prstGeom prst="roundRect">
            <a:avLst>
              <a:gd name="adj" fmla="val 5714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737360" y="4389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48463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Построй 3 разных графика из своего датасета (гистограмма, scatter, heatmap).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каждым напиши одно предложение: что я здесь увидел.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3 — Учимся видеть данные</dc:title>
  <dc:subject>PptxGenJS Presentation</dc:subject>
  <dc:creator>PptxGenJS</dc:creator>
  <cp:lastModifiedBy>PptxGenJS</cp:lastModifiedBy>
  <cp:revision>1</cp:revision>
  <dcterms:created xsi:type="dcterms:W3CDTF">2026-06-18T06:06:27Z</dcterms:created>
  <dcterms:modified xsi:type="dcterms:W3CDTF">2026-06-18T06:06:27Z</dcterms:modified>
</cp:coreProperties>
</file>