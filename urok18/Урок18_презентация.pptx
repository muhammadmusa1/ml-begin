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55448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5B4FC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15544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 — эксперт…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0" y="22860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8B7D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0" y="2286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→ ответ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0" y="301752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27D3E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3017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рассуждай по шагам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4 · НЕДЕЛЯ 9 · ПРАКТИКА + КОНКУРС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на практике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Промптинг · классификация · свой бот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18 · 90 минут · Hugging Face + LLM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Плохой промпт vs хороший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5212080" cy="3383280"/>
          </a:xfrm>
          <a:prstGeom prst="roundRect">
            <a:avLst>
              <a:gd name="adj" fmla="val 3243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Расплывчато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9260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«напиши про собак»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общий, скучный ответ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2103120"/>
            <a:ext cx="5150815" cy="3383280"/>
          </a:xfrm>
          <a:prstGeom prst="roundRect">
            <a:avLst>
              <a:gd name="adj" fmla="val 3243"/>
            </a:avLst>
          </a:prstGeom>
          <a:solidFill>
            <a:srgbClr val="241E42"/>
          </a:solidFill>
          <a:ln/>
        </p:spPr>
      </p:sp>
      <p:sp>
        <p:nvSpPr>
          <p:cNvPr id="9" name="Text 7"/>
          <p:cNvSpPr/>
          <p:nvPr/>
        </p:nvSpPr>
        <p:spPr>
          <a:xfrm>
            <a:off x="6812280" y="2377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12280" y="29260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«Ты биолог. В 3 пунктах объясни школьнику, почему собаки виляют хвостом»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2280" y="46634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точный, полезный ответ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приёма промптинга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3362858" cy="3291840"/>
          </a:xfrm>
          <a:prstGeom prst="roundRect">
            <a:avLst>
              <a:gd name="adj" fmla="val 3333"/>
            </a:avLst>
          </a:prstGeom>
          <a:solidFill>
            <a:srgbClr val="241E42"/>
          </a:solidFill>
          <a:ln/>
        </p:spPr>
      </p:sp>
      <p:sp>
        <p:nvSpPr>
          <p:cNvPr id="5" name="Shape 3"/>
          <p:cNvSpPr/>
          <p:nvPr/>
        </p:nvSpPr>
        <p:spPr>
          <a:xfrm>
            <a:off x="1864309" y="2514600"/>
            <a:ext cx="822960" cy="822960"/>
          </a:xfrm>
          <a:prstGeom prst="ellipse">
            <a:avLst/>
          </a:prstGeom>
          <a:solidFill>
            <a:srgbClr val="5B4FC4"/>
          </a:solidFill>
          <a:ln/>
        </p:spPr>
      </p:sp>
      <p:sp>
        <p:nvSpPr>
          <p:cNvPr id="6" name="Text 4"/>
          <p:cNvSpPr/>
          <p:nvPr/>
        </p:nvSpPr>
        <p:spPr>
          <a:xfrm>
            <a:off x="1864309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«Ты — опытный …»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задаёт тон и уровень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14418" y="2194560"/>
            <a:ext cx="3362858" cy="3291840"/>
          </a:xfrm>
          <a:prstGeom prst="roundRect">
            <a:avLst>
              <a:gd name="adj" fmla="val 3333"/>
            </a:avLst>
          </a:prstGeom>
          <a:solidFill>
            <a:srgbClr val="2C2552"/>
          </a:solidFill>
          <a:ln/>
        </p:spPr>
      </p:sp>
      <p:sp>
        <p:nvSpPr>
          <p:cNvPr id="10" name="Shape 8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rgbClr val="27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684368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97298" y="356616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43018" y="4160520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«вход → ответ» —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ловит формат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34477" y="2194560"/>
            <a:ext cx="3362858" cy="3291840"/>
          </a:xfrm>
          <a:prstGeom prst="roundRect">
            <a:avLst>
              <a:gd name="adj" fmla="val 3333"/>
            </a:avLst>
          </a:prstGeom>
          <a:solidFill>
            <a:srgbClr val="241E42"/>
          </a:solidFill>
          <a:ln/>
        </p:spPr>
      </p:sp>
      <p:sp>
        <p:nvSpPr>
          <p:cNvPr id="15" name="Shape 13"/>
          <p:cNvSpPr/>
          <p:nvPr/>
        </p:nvSpPr>
        <p:spPr>
          <a:xfrm>
            <a:off x="9504426" y="2514600"/>
            <a:ext cx="822960" cy="822960"/>
          </a:xfrm>
          <a:prstGeom prst="ellipse">
            <a:avLst/>
          </a:prstGeom>
          <a:solidFill>
            <a:srgbClr val="8B7DF5"/>
          </a:solidFill>
          <a:ln/>
        </p:spPr>
      </p:sp>
      <p:sp>
        <p:nvSpPr>
          <p:cNvPr id="16" name="Text 14"/>
          <p:cNvSpPr/>
          <p:nvPr/>
        </p:nvSpPr>
        <p:spPr>
          <a:xfrm>
            <a:off x="9504426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17357" y="3566160"/>
            <a:ext cx="299709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Цепочка мыслей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63077" y="4160520"/>
            <a:ext cx="290565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«рассуждай по шагам» —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 на сложном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КЕЙС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 отзывов по тональности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11002975" cy="1371600"/>
          </a:xfrm>
          <a:prstGeom prst="roundRect">
            <a:avLst>
              <a:gd name="adj" fmla="val 8000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33172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«Отличный сервис!» → позитив     «Ужасно, долго» → негатив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4360" y="3657600"/>
            <a:ext cx="11002975" cy="2103120"/>
          </a:xfrm>
          <a:prstGeom prst="roundRect">
            <a:avLst>
              <a:gd name="adj" fmla="val 5217"/>
            </a:avLst>
          </a:prstGeom>
          <a:solidFill>
            <a:srgbClr val="2C255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3886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Ловушка: сарказм и отрицание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«Ну очень „порадовал“ этот сервис…»   ·   «не плохо»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5029200"/>
            <a:ext cx="1027145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Классификатор по словам ошибётся. Ответ модели всегда проверяем — она уверенно ошибается и бывает предвзятой.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· ФИНАЛ ФАЗЫ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+ примеры + шаги = хороший промпт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решает реальные задачи (тональность)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бот задаётся системным промптом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модели всегда проверяем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Домашка + конкурс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Классифицировать 10 отзывов, найти 2 ошибки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промпт с ролью и примерами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Сделать бота с характером
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Конкурс: точнее классификатор / интереснее бот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Фаза 5: AutoML и готовые ИИ-инструменты.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2026-07-06T17:18:15Z</dcterms:created>
  <dcterms:modified xsi:type="dcterms:W3CDTF">2026-07-06T17:18:15Z</dcterms:modified>
</cp:coreProperties>
</file>