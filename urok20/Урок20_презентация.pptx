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544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2C2552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55448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5B4FC4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691640"/>
            <a:ext cx="137160" cy="137160"/>
          </a:xfrm>
          <a:prstGeom prst="ellipse">
            <a:avLst/>
          </a:prstGeom>
          <a:solidFill>
            <a:srgbClr val="FF7A8A"/>
          </a:solidFill>
          <a:ln/>
        </p:spPr>
      </p:sp>
      <p:sp>
        <p:nvSpPr>
          <p:cNvPr id="5" name="Shape 3"/>
          <p:cNvSpPr/>
          <p:nvPr/>
        </p:nvSpPr>
        <p:spPr>
          <a:xfrm>
            <a:off x="9281160" y="1691640"/>
            <a:ext cx="137160" cy="137160"/>
          </a:xfrm>
          <a:prstGeom prst="ellipse">
            <a:avLst/>
          </a:prstGeom>
          <a:solidFill>
            <a:srgbClr val="FFD36E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0" y="1691640"/>
            <a:ext cx="137160" cy="13716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my-app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5 · НЕДЕЛЯ 10 · ДЕПЛОЙ · ПРОДУКТ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и деплой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за урок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 · 90 минут · Gradio + Hugging Face Spaces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Временная ссылка vs настоящий сайт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share=True (урок 16)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Временная ссылка — гаснет, когда закрываешь Colab.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(сегодня)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сайт — живёт сам по себе по постоянному адресу.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Gradio: интерфейс из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4440" y="3291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модель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37744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8B7DF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46320" y="3291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/ текст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36676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58200" y="3291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gr.Interface(fn=…, inputs=…, outputs=…) — и Gradio сам строит веб-страницу.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для Hugging Face 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362858" cy="3108960"/>
          </a:xfrm>
          <a:prstGeom prst="roundRect">
            <a:avLst>
              <a:gd name="adj" fmla="val 3529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910029" y="2514600"/>
            <a:ext cx="731520" cy="7315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910029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29970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приложения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4418" y="2194560"/>
            <a:ext cx="3362858" cy="3108960"/>
          </a:xfrm>
          <a:prstGeom prst="roundRect">
            <a:avLst>
              <a:gd name="adj" fmla="val 3529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5730088" y="2514600"/>
            <a:ext cx="731520" cy="73152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1" name="Text 9"/>
          <p:cNvSpPr/>
          <p:nvPr/>
        </p:nvSpPr>
        <p:spPr>
          <a:xfrm>
            <a:off x="5730088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51578" y="347472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7298" y="4114800"/>
            <a:ext cx="29970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библиотек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34477" y="2194560"/>
            <a:ext cx="3362858" cy="3108960"/>
          </a:xfrm>
          <a:prstGeom prst="roundRect">
            <a:avLst>
              <a:gd name="adj" fmla="val 3529"/>
            </a:avLst>
          </a:prstGeom>
          <a:solidFill>
            <a:srgbClr val="2C2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9550146" y="2514600"/>
            <a:ext cx="731520" cy="73152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9550146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71637" y="347472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файл модели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7357" y="4114800"/>
            <a:ext cx="29970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557784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Загружаешь файлы — Space собирается сам и запускается.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шагов до постоянной ссылки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749808"/>
          </a:xfrm>
          <a:prstGeom prst="roundRect">
            <a:avLst>
              <a:gd name="adj" fmla="val 14634"/>
            </a:avLst>
          </a:prstGeom>
          <a:solidFill>
            <a:srgbClr val="2C255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9424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203704"/>
            <a:ext cx="9722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 на huggingface.co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11002975" cy="749808"/>
          </a:xfrm>
          <a:prstGeom prst="roundRect">
            <a:avLst>
              <a:gd name="adj" fmla="val 14634"/>
            </a:avLst>
          </a:prstGeom>
          <a:solidFill>
            <a:srgbClr val="241E42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090672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044952"/>
            <a:ext cx="9722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Space → SDK: Gradio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785616"/>
            <a:ext cx="11002975" cy="749808"/>
          </a:xfrm>
          <a:prstGeom prst="roundRect">
            <a:avLst>
              <a:gd name="adj" fmla="val 14634"/>
            </a:avLst>
          </a:prstGeom>
          <a:solidFill>
            <a:srgbClr val="2C25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886200"/>
            <a:ext cx="9722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app.py + requirements.txt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626864"/>
            <a:ext cx="11002975" cy="749808"/>
          </a:xfrm>
          <a:prstGeom prst="roundRect">
            <a:avLst>
              <a:gd name="adj" fmla="val 14634"/>
            </a:avLst>
          </a:prstGeom>
          <a:solidFill>
            <a:srgbClr val="241E42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773168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727448"/>
            <a:ext cx="9722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Дождаться сборки (Building → Running)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5468112"/>
            <a:ext cx="11002975" cy="749808"/>
          </a:xfrm>
          <a:prstGeom prst="roundRect">
            <a:avLst>
              <a:gd name="adj" fmla="val 14634"/>
            </a:avLst>
          </a:prstGeom>
          <a:solidFill>
            <a:srgbClr val="2C2552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614416"/>
            <a:ext cx="457200" cy="4572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14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568696"/>
            <a:ext cx="9722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ссылку и поделиться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63550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Ссылку можно отправить родителям прямо с урока.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ФИНАЛ ФАЗЫ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554480"/>
          </a:xfrm>
          <a:prstGeom prst="roundRect">
            <a:avLst>
              <a:gd name="adj" fmla="val 7059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превратил модель в настоящий продукт — сайт по постоянной ссылке.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Опубликовать приложение на Spaces, добавить название и описание, прислать ссылку.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3749040"/>
            <a:ext cx="5150815" cy="2103120"/>
          </a:xfrm>
          <a:prstGeom prst="roundRect">
            <a:avLst>
              <a:gd name="adj" fmla="val 5217"/>
            </a:avLst>
          </a:prstGeom>
          <a:solidFill>
            <a:srgbClr val="2C2552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Фаза 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434840"/>
            <a:ext cx="45107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проект: своя задача от идеи до опубликованного приложения.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2026-07-06T17:35:21Z</dcterms:created>
  <dcterms:modified xsi:type="dcterms:W3CDTF">2026-07-06T17:35:21Z</dcterms:modified>
</cp:coreProperties>
</file>