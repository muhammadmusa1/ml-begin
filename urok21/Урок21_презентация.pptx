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554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7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221284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2871216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5B4FC4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352958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3A346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6 · НЕДЕЛЯ 11 · ФИНАЛЬНЫЙ ПРОЕКТ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проект: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и старт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Твоя идея — от задачи до модели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 · 90 минут · то, что покажешь родителям и в портфолио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 бывает проект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560320"/>
            <a:ext cx="2476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202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настроения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тексту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36544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3436544" y="2560320"/>
            <a:ext cx="2476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73704" y="3520440"/>
            <a:ext cx="2202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оценки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3704" y="42976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часам учёбы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13" name="Text 11"/>
          <p:cNvSpPr/>
          <p:nvPr/>
        </p:nvSpPr>
        <p:spPr>
          <a:xfrm>
            <a:off x="6278728" y="2560320"/>
            <a:ext cx="2476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15888" y="3520440"/>
            <a:ext cx="2202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Рекомендатор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5888" y="42976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фильмов/игр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20911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C2552"/>
          </a:solidFill>
          <a:ln/>
        </p:spPr>
      </p:sp>
      <p:sp>
        <p:nvSpPr>
          <p:cNvPr id="17" name="Text 15"/>
          <p:cNvSpPr/>
          <p:nvPr/>
        </p:nvSpPr>
        <p:spPr>
          <a:xfrm>
            <a:off x="9120911" y="2560320"/>
            <a:ext cx="2476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58071" y="3520440"/>
            <a:ext cx="2202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Игровая статистика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8071" y="42976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прогноз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530352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сложное — а понятное, честное и работающее.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реализуемой задачи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466812" y="2606040"/>
            <a:ext cx="731520" cy="7315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466812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регрессия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6544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4308996" y="2606040"/>
            <a:ext cx="731520" cy="73152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1" name="Text 9"/>
          <p:cNvSpPr/>
          <p:nvPr/>
        </p:nvSpPr>
        <p:spPr>
          <a:xfrm>
            <a:off x="4308996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7984" y="356616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73704" y="406908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 достать,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1179" y="2606040"/>
            <a:ext cx="731520" cy="73152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151179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70168" y="356616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5888" y="406908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 можно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измерить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20911" y="2286000"/>
            <a:ext cx="2476424" cy="274320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20" name="Shape 18"/>
          <p:cNvSpPr/>
          <p:nvPr/>
        </p:nvSpPr>
        <p:spPr>
          <a:xfrm>
            <a:off x="9993363" y="260604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9993363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12351" y="356616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58071" y="406908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успеваем за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оставшиеся уроки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30352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идеи — 2 минуты: задача, что предсказываешь, метрика, источник данных.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проекта: 4 шага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26517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429000" y="2651760"/>
            <a:ext cx="365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794760" y="26517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5B4FC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172200" y="2651760"/>
            <a:ext cx="365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37960" y="26517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5B4FC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915400" y="2651760"/>
            <a:ext cx="365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281160" y="26517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27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 — не идеальная модель, а рабочая стартовая точка. Pipeline обязателен (стандарт с урока 10).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к концу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старт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Чёткая, реализуемая задача + метрика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загружены и разделены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baseline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Первичная модель в Pipeline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Дособрать данные, проверить качество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первичную модель (чистый ноутбук)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идею интерфейса: вход → ответ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22: улучшаем модель и делаем сайт.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2026-07-06T17:44:59Z</dcterms:created>
  <dcterms:modified xsi:type="dcterms:W3CDTF">2026-07-06T17:44:59Z</dcterms:modified>
</cp:coreProperties>
</file>