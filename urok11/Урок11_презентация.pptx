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37160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6EE7B7"/>
          </a:solidFill>
          <a:ln/>
        </p:spPr>
      </p:sp>
      <p:sp>
        <p:nvSpPr>
          <p:cNvPr id="3" name="Shape 1"/>
          <p:cNvSpPr/>
          <p:nvPr/>
        </p:nvSpPr>
        <p:spPr>
          <a:xfrm>
            <a:off x="10122408" y="137160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F7A8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235000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F7A8A"/>
          </a:solidFill>
          <a:ln/>
        </p:spPr>
      </p:sp>
      <p:sp>
        <p:nvSpPr>
          <p:cNvPr id="5" name="Shape 3"/>
          <p:cNvSpPr/>
          <p:nvPr/>
        </p:nvSpPr>
        <p:spPr>
          <a:xfrm>
            <a:off x="10122408" y="235000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6EE7B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 · НЕДЕЛЯ 6 · КОНТРОЛЬНАЯ ТОЧКА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и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94360" y="3886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accuracy врёт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11 · 90 минут · теория + практика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«99% и бесполезно»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1828800"/>
          </a:xfrm>
          <a:prstGeom prst="roundRect">
            <a:avLst>
              <a:gd name="adj" fmla="val 6000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102714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сделал детектор редкой болезни с точностью 99%!»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102714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…но болезнь есть у 1 из 100, а модель просто всем говорит «здоров».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4114800"/>
            <a:ext cx="11002975" cy="1737360"/>
          </a:xfrm>
          <a:prstGeom prst="roundRect">
            <a:avLst>
              <a:gd name="adj" fmla="val 6316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34340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99%.  Найдено больных = 0.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493776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высокая — модель бесполезная. Значит, accuracy иногда врёт. Научимся мерить честно.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· 10–30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ошибок: 4 клетки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74520" y="210312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241E42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7452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 «да»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210312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241E42"/>
          </a:solidFill>
          <a:ln w="25400">
            <a:solidFill>
              <a:srgbClr val="FF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9768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Ложная тревога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74520" y="452628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241E42"/>
          </a:solidFill>
          <a:ln w="25400">
            <a:solidFill>
              <a:srgbClr val="FF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4846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874520" y="5760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452628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241E42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4846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297680" y="5760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 «нет»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74520" y="17373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2651760"/>
            <a:ext cx="1097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правда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2103120"/>
            <a:ext cx="4556455" cy="4709160"/>
          </a:xfrm>
          <a:prstGeom prst="roundRect">
            <a:avLst>
              <a:gd name="adj" fmla="val 2408"/>
            </a:avLst>
          </a:prstGeom>
          <a:solidFill>
            <a:srgbClr val="2C255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читать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0" y="2834640"/>
            <a:ext cx="400781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Диагональ — верные ответы.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 диагонали — два разных вида ошибок: ложная тревога и пропуск.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и Recall — простыми словами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5212080" cy="3657600"/>
          </a:xfrm>
          <a:prstGeom prst="roundRect">
            <a:avLst>
              <a:gd name="adj" fmla="val 3000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85800" cy="68580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тех, кого модель назвала «да», сколько реально «да».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937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Бережёт от ложных тревог.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50815" cy="3657600"/>
          </a:xfrm>
          <a:prstGeom prst="roundRect">
            <a:avLst>
              <a:gd name="adj" fmla="val 3000"/>
            </a:avLst>
          </a:prstGeom>
          <a:solidFill>
            <a:srgbClr val="2C2552"/>
          </a:solidFill>
          <a:ln/>
        </p:spPr>
      </p:sp>
      <p:sp>
        <p:nvSpPr>
          <p:cNvPr id="11" name="Shape 9"/>
          <p:cNvSpPr/>
          <p:nvPr/>
        </p:nvSpPr>
        <p:spPr>
          <a:xfrm>
            <a:off x="6812280" y="2286000"/>
            <a:ext cx="685800" cy="68580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286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68096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12280" y="3200400"/>
            <a:ext cx="45107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всех настоящих «да», скольких модель поймала.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12280" y="4937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Бережёт от пропусков.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ошибки зависит от задачи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спама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Дороже удалить важное письмо.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4023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важнее Precision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46520" y="2103120"/>
            <a:ext cx="5150815" cy="3566160"/>
          </a:xfrm>
          <a:prstGeom prst="roundRect">
            <a:avLst>
              <a:gd name="adj" fmla="val 3077"/>
            </a:avLst>
          </a:prstGeom>
          <a:solidFill>
            <a:srgbClr val="241E42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болезни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12280" y="2926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Дороже пропустить больного.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2280" y="4023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важнее Recall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· ЭКСПЕРИМЕНТ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решения перетягивает метрики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1051560"/>
          </a:xfrm>
          <a:prstGeom prst="roundRect">
            <a:avLst>
              <a:gd name="adj" fmla="val 10435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591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0.3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20440" y="2359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71%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40680" y="2359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88%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43800" y="2359152"/>
            <a:ext cx="3870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ловим почти всех, но много ложных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291840"/>
            <a:ext cx="11002975" cy="1051560"/>
          </a:xfrm>
          <a:prstGeom prst="roundRect">
            <a:avLst>
              <a:gd name="adj" fmla="val 10435"/>
            </a:avLst>
          </a:prstGeom>
          <a:solidFill>
            <a:srgbClr val="2C255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5478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0.5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20440" y="35478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78%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40680" y="35478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77%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43800" y="3547872"/>
            <a:ext cx="3870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480560"/>
            <a:ext cx="11002975" cy="1051560"/>
          </a:xfrm>
          <a:prstGeom prst="roundRect">
            <a:avLst>
              <a:gd name="adj" fmla="val 10435"/>
            </a:avLst>
          </a:prstGeom>
          <a:solidFill>
            <a:srgbClr val="241E42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7365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0.7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20440" y="47365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86%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40680" y="47365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69%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43800" y="4736592"/>
            <a:ext cx="3870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редко ошибаемся, но многих пропускаем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580644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порог → больше recall, меньше precision. И наоборот. Выбираем порог под задачу.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врёт на несбалансированных данных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ошибок = 4 вида исходов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— против ложных тревог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против пропусков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Метрику выбираем по цене ошибки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50815" cy="4023360"/>
          </a:xfrm>
          <a:prstGeom prst="roundRect">
            <a:avLst>
              <a:gd name="adj" fmla="val 272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5107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confusion matrix и classification_report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Объяснить: precision или recall важнее для твоей задачи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Придумать 2 задачи: одну на recall, одну на precision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урок 12: твой мини-проект.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2026-07-06T16:29:37Z</dcterms:created>
  <dcterms:modified xsi:type="dcterms:W3CDTF">2026-07-06T16:29:37Z</dcterms:modified>
</cp:coreProperties>
</file>