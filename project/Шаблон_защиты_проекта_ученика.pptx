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480560"/>
            <a:ext cx="2926080" cy="2926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 · КУРС MACHINE LEARNING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8595360" cy="1371600"/>
          </a:xfrm>
          <a:prstGeom prst="roundRect">
            <a:avLst>
              <a:gd name="adj" fmla="val 6667"/>
            </a:avLst>
          </a:prstGeom>
          <a:solidFill>
            <a:srgbClr val="2A266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8138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Название твоего проекта ]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2A266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868680" y="361188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Имя Фамилия · класс / возраст ]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3492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5303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 весь текст в квадратных скобках на свой. Всё остальное — оформление, его можно не трогать.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предложение: что предсказываем и зачем. Обязательно укажи тип задачи.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· 0–2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предсказываю [ что именно ] по [ каким данным ].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777240" y="3063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задачи: [ регрессия — число / классификация — класс 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7920" y="306324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6446520" y="30632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Метрика: [ MAE / Accuracy + F1 ]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41605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777240" y="4160520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 и кому поможет: [ 2–3 предложения. Например: родителям — планировать время; покупателю — понять справедливую цену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данные, сколько строк и признаков. Добавь один график из EDA.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данных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77240" y="1965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Датасет: [ название и источник 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26480" y="196596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2" name="Text 9"/>
          <p:cNvSpPr txBox="1"/>
          <p:nvPr/>
        </p:nvSpPr>
        <p:spPr>
          <a:xfrm>
            <a:off x="6355080" y="196596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[ строк ] × [ столбцов 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777240" y="30175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Главные признаки: [ перечисли 3–5 ]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26480" y="3017520"/>
            <a:ext cx="5486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6355080" y="301752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предсказываем (таргет): [ столбец ]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069080"/>
            <a:ext cx="11064240" cy="2103120"/>
          </a:xfrm>
          <a:prstGeom prst="roundRect">
            <a:avLst>
              <a:gd name="adj" fmla="val 4348"/>
            </a:avLst>
          </a:prstGeom>
          <a:solidFill>
            <a:srgbClr val="F8F7FD"/>
          </a:solidFill>
          <a:ln w="19050">
            <a:solidFill>
              <a:srgbClr val="B7ADE0"/>
            </a:solidFill>
            <a:prstDash val="dash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443484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463040" y="5212080"/>
            <a:ext cx="9235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— скриншот графика из EDA (гистограмма, boxplot или heatmap корреляций)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«Тупая» модель, с которой сравниваем настоящую. Без неё непонятно, умная ли модель.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0–2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[ DummyRegressor("mean") — всегда среднее  /  DummyClassifier("most_frequent") — всегда частый класс ]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11064240" cy="2194560"/>
          </a:xfrm>
          <a:prstGeom prst="roundRect">
            <a:avLst>
              <a:gd name="adj" fmla="val 5833"/>
            </a:avLst>
          </a:prstGeom>
          <a:solidFill>
            <a:srgbClr val="F1EE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baseline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6052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значение  ]</a:t>
            </a:r>
            <a:endParaRPr 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Pipeline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предобработка и модель — в одном sklearn Pipeline. Покажи это схемой.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· 0–2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8F7FD"/>
          </a:solidFill>
          <a:ln w="19050">
            <a:solidFill>
              <a:srgbClr val="C9C2E8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4864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377440"/>
            <a:ext cx="868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526280" y="23774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8F7FD"/>
          </a:solidFill>
          <a:ln w="19050">
            <a:solidFill>
              <a:srgbClr val="C9C2E8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52628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Предобработка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(Scaler / OneHot)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635240" y="2377440"/>
            <a:ext cx="868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503920" y="237744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503920" y="237744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1605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77240" y="41605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[ какую взял — LinearRegression / RandomForest / LogisticRegression ]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126480" y="41605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6355080" y="416052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Pipeline: [ StandardScaler, OneHotEncoder, TfidfVectorizer… ]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 baseline и модель по одной метрике. Модель должна быть лучше.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· 0–3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5257800" cy="2468880"/>
          </a:xfrm>
          <a:prstGeom prst="roundRect">
            <a:avLst>
              <a:gd name="adj" fmla="val 5185"/>
            </a:avLst>
          </a:prstGeom>
          <a:solidFill>
            <a:srgbClr val="F8F7FD"/>
          </a:solidFill>
          <a:ln/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48640" y="24231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9260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__  ]</a:t>
            </a:r>
            <a:endParaRPr lang="en-US" sz="5600" dirty="0"/>
          </a:p>
        </p:txBody>
      </p:sp>
      <p:sp>
        <p:nvSpPr>
          <p:cNvPr id="12" name="Shape 9"/>
          <p:cNvSpPr/>
          <p:nvPr/>
        </p:nvSpPr>
        <p:spPr>
          <a:xfrm>
            <a:off x="6355080" y="2148840"/>
            <a:ext cx="5257800" cy="2468880"/>
          </a:xfrm>
          <a:prstGeom prst="roundRect">
            <a:avLst>
              <a:gd name="adj" fmla="val 5185"/>
            </a:avLst>
          </a:prstGeom>
          <a:solidFill>
            <a:srgbClr val="F1EEFC"/>
          </a:solidFill>
          <a:ln/>
          <a:effectLst>
            <a:outerShdw sx="100000" sy="100000" kx="0" ky="0" algn="bl" rotWithShape="0" blurRad="101600" dist="38100" dir="5400000">
              <a:srgbClr val="312E81">
                <a:alpha val="1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355080" y="2423160"/>
            <a:ext cx="5257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Моя модель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292608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__  ]</a:t>
            </a:r>
            <a:endParaRPr lang="en-US" sz="56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148840"/>
            <a:ext cx="685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моя модель лучше baseline на [ насколько ]. Значит, она реально чему-то научилась.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 почему модель ошибается. Важность признаков или матрица ошибок.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Интерпретация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F8F7FD"/>
          </a:solidFill>
          <a:ln w="19050">
            <a:solidFill>
              <a:srgbClr val="B7ADE0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46888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22960" y="32004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— важность признаков или confusion matrix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17920" y="196596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6446520" y="196596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важный признак: [ какой и почему логично ]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217920" y="342900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5" name="Text 11"/>
          <p:cNvSpPr txBox="1"/>
          <p:nvPr/>
        </p:nvSpPr>
        <p:spPr>
          <a:xfrm>
            <a:off x="6446520" y="34290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модель чаще ошибается: [ на чём именно ]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777240" y="49377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простыми словами: [ 1–2 предложения ]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F1EEF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713232"/>
            <a:ext cx="448056" cy="4480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600200" y="4572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 (Gradio)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627632" y="1170432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 работающего интерфейса. На защите дай нажать кнопку родителю!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897112" y="566928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0F2F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897112" y="566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· 0–3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8F7FD"/>
          </a:solidFill>
          <a:ln w="19050">
            <a:solidFill>
              <a:srgbClr val="B7ADE0"/>
            </a:solidFill>
            <a:prstDash val="dash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329184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14400" y="4114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СЮДА — скриншот твоего Gradio-приложения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092440" y="196596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B7ADE0"/>
            </a:solidFill>
            <a:prstDash val="dash"/>
          </a:ln>
        </p:spPr>
      </p:sp>
      <p:sp>
        <p:nvSpPr>
          <p:cNvPr id="13" name="Text 9"/>
          <p:cNvSpPr txBox="1"/>
          <p:nvPr/>
        </p:nvSpPr>
        <p:spPr>
          <a:xfrm>
            <a:off x="8321040" y="1965960"/>
            <a:ext cx="3063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7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Ссылка на демо: [ вставь публичную ссылку из Colab / Hugging Face ]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92440" y="388620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F1EEF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092440" y="411480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 защиты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321040" y="45720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Пусть родитель сам введёт данные и получит предсказание. Это сильнее любого слайда.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A266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получилось: [ ... 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A266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сложно: [ ... ]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2A266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914400" y="41148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улучшу дальше: [ ... ]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235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234440" y="5577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Спасибо! Готов ответить на вопросы.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2026-08-29T04:03:12Z</dcterms:created>
  <dcterms:modified xsi:type="dcterms:W3CDTF">2026-08-29T04:03:12Z</dcterms:modified>
</cp:coreProperties>
</file>