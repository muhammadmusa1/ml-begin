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3840480" cy="3840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MACHINE LEARNING · ФАЗА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проектам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4290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финального проекта по каждому ученику: что делаем, где данные, какая метрика и что показать родителям.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512064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2852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51206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035808" y="512064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52852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51206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правка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13248" y="5120640"/>
            <a:ext cx="2148840" cy="685800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528523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35040" y="51206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жанра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группы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движется каждый проект и что с ним делать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480560"/>
          </a:xfrm>
          <a:prstGeom prst="roundRect">
            <a:avLst>
              <a:gd name="adj" fmla="val 3636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448056" cy="448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148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датасет и не мешать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61188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Ценовой класс смартфона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Прогноз цены на жильё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Цена подержанной машины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520440" cy="4480560"/>
          </a:xfrm>
          <a:prstGeom prst="roundRect">
            <a:avLst>
              <a:gd name="adj" fmla="val 3636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48840"/>
            <a:ext cx="777240" cy="7772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31343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2148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правка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Жизнеспособны после уточнения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90872" y="361188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Прогноз оценки ученика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Прогноз по бойцу UFC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Прогноз погоды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Время на домашку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520440" cy="4480560"/>
          </a:xfrm>
          <a:prstGeom prst="roundRect">
            <a:avLst>
              <a:gd name="adj" fmla="val 3636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214884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1343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372600" y="2148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жанра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— обёртка над чужим API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3611880"/>
            <a:ext cx="2880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Ai-Помощник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TG BOT Аъзамчон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AI-прогноз оценки ученика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Musaev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ДАННЫЕ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Бери в признаки только ранние данные — посещаемость и первые 1–2 работы. Если подать оценки, из которых складывается итог, получится утечка данных и бессмысленный MAE≈0. Это хороший момент показать классу утечку вживую.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Google-таблица класса (или UCI Student Performance)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«Покажу, реально ли уже по началу семестра предсказать итоговую оценку».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Ценовой класс смартфона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Turmsek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карточке указана метрика MAE — это метрика регрессии. Здесь классификация: мерь Accuracy и F1-macro. Датасет готовый, берётся с Kaggle без доработок.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«Mobile Price Classification», таргет price_range (0–3)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F1-macro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 характеристикам угадываю ценовую категорию телефона».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Ai-Помощник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«В»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ПЕРЕДЕЛКА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Обёртка над LLM — не финальный проект: нет baseline и обучаемой модели, по рубрике 0 баллов за модель. Лучший ход — пара с Turmsek (см. #10): берёшь регрессию цены техники (ноутбуки).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«Laptop Price», таргет Price_euros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«Предсказываю справедливую цену ноутбука по его железу».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 бойцу UFC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Okilov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ЦЕЛЬ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(реком.)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Таргет «очки» размыт — на защите застрянешь на вопросе «а что предсказываем». Зафиксируй одну цель: рекомендую классификацию — победит боец красного угла или нет.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«UFC», таргет Winner (Red/Blue)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F1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 статистике бойцов предсказываю исход поединка».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УБРАТЬ LIVE-API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из живого API — это временные ряды, для новичка рано. Возьми исторический CSV и предсказывай завтрашнюю температуру по сегодняшним признакам — это обычная регрессия.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vega_datasets (Seattle Weather), таргет — темп. завтра (shift)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 сегодняшней погоде предсказываю завтрашнюю температуру».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BOT Аъзамчон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«AM»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ПЕРЕДЕЛКА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обёртка над Kimi API, а обучаемая модель: текстовая классификация «спам / накрутка». TF-IDF + логистическая регрессия. Тема мошенничества сохраняется, датасет проверен и грузится без Kaggle.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Spam (прямая ссылка), таргет label (ham / spam)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«Модель сама научилась отличать спам и накрутку по тексту».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на жильё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Нозанин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Идеальный первый проект — данные чистые и грузятся одной строкой из sklearn. Boston Housing не бери (удалён по этическим причинам) — используем California Housing.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fetch_california_housing, таргет MedHouseVal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«Предсказываю цену дома по характеристикам района».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времени на домашку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Muhammadsharif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ДАННЫЕ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ученик соберёт 20–30 строк — модель не обучится. Замеры собираем всем классом в одну таблицу (200+ строк). Отличная тема «работа с личными данными».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Google-таблица класса, таргет minutes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«Планировщик, который реально считает время на домашку».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подержанной машины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#9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Образцовый проект. Возьми Kaggle Used Cars, убери id и текстовый мусор, марку и топливо оставь для OneHot. Дальше — просто универсальный скелет.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«Used Cars», таргет price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«Оцениваю справедливую цену б/у авто — можно проверить на нашей машине».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3886200" cy="5486400"/>
          </a:xfrm>
          <a:prstGeom prst="roundRect">
            <a:avLst>
              <a:gd name="adj" fmla="val 3294"/>
            </a:avLst>
          </a:prstGeom>
          <a:solidFill>
            <a:srgbClr val="F8F7FD"/>
          </a:solidFill>
          <a:ln w="12700">
            <a:solidFill>
              <a:srgbClr val="E3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97380" y="1143000"/>
            <a:ext cx="1188720" cy="118872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26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Техника: смартфон + цена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114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Turmsek + В (пара)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440180" y="46634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40180" y="4663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РАЗДЕЛИТЬ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11580" y="5394960"/>
            <a:ext cx="2560320" cy="411480"/>
          </a:xfrm>
          <a:prstGeom prst="rect">
            <a:avLst/>
          </a:prstGeom>
          <a:solidFill>
            <a:srgbClr val="F1EE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задачи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566928" cy="566928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8138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13832" y="68580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учителя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1463040"/>
            <a:ext cx="6812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ML-задачи в одном проекте — нельзя. Разделите между партнёрами: Turmsek — класс смартфона (#2), «В» — цена техники (#3). У каждого свой Pipeline, свой baseline и своя защита.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703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3657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См. проекты #2 и #3</a:t>
            </a:r>
            <a:endParaRPr lang="en-US" sz="15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343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4297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 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/ MAE (раздельно)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800600" y="5074920"/>
            <a:ext cx="6812280" cy="1005840"/>
          </a:xfrm>
          <a:prstGeom prst="roundRect">
            <a:avLst>
              <a:gd name="adj" fmla="val 9091"/>
            </a:avLst>
          </a:prstGeom>
          <a:solidFill>
            <a:srgbClr val="F1EE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94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77840" y="51663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Родителям:  </a:t>
            </a:r>
            <a:pPr indent="0" marL="0">
              <a:buNone/>
            </a:pPr>
            <a:r>
              <a:rPr lang="en-US" sz="145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«Две модели: одна угадывает класс телефона, другая — цену техники».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порядок сдачи — для всех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4338C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210312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47288" y="21031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4338C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21031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61888" y="210312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54496" y="21031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4338C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21031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769096" y="210312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61704" y="21031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4338C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61704" y="21031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4338C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74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347472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447288" y="34747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4338C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47288" y="3474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961888" y="347472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54496" y="34747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4338C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54496" y="3474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769096" y="347472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61704" y="347472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4338C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61704" y="3474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498348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230368"/>
            <a:ext cx="502920" cy="50292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600200" y="498348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baseline и Pipeline потолок оценки ≈ 14 из 20. Живое демо в Gradio, где родитель сам нажимает кнопку, — обязательно.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2026-08-29T04:00:05Z</dcterms:created>
  <dcterms:modified xsi:type="dcterms:W3CDTF">2026-08-29T04:00:05Z</dcterms:modified>
</cp:coreProperties>
</file>