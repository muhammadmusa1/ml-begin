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4338CA"/>
          </a:solidFill>
        </p:spPr>
      </p:sp>
      <p:sp>
        <p:nvSpPr>
          <p:cNvPr id="3" name="Shape 1"/>
          <p:cNvSpPr/>
          <p:nvPr/>
        </p:nvSpPr>
        <p:spPr>
          <a:xfrm>
            <a:off x="10789920" y="4480560"/>
            <a:ext cx="2926080" cy="292608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МОЙ ФИНАЛЬНЫЙ ПРОЕКТ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4327525" cy="1463040"/>
          </a:xfrm>
          <a:prstGeom prst="roundRect">
            <a:avLst>
              <a:gd name="adj" fmla="val 6250"/>
            </a:avLst>
          </a:prstGeom>
          <a:solidFill>
            <a:srgbClr val="2A2660"/>
          </a:solidFill>
          <a:ln w="22225">
            <a:solidFill>
              <a:srgbClr val="7C3AE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850265" y="2194560"/>
            <a:ext cx="4117340" cy="14497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Ai-Jarvis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1217295" y="3931920"/>
            <a:ext cx="5397500" cy="777240"/>
          </a:xfrm>
          <a:prstGeom prst="roundRect">
            <a:avLst>
              <a:gd name="adj" fmla="val 11765"/>
            </a:avLst>
          </a:prstGeom>
          <a:solidFill>
            <a:srgbClr val="2A2660"/>
          </a:solidFill>
          <a:ln w="22225">
            <a:solidFill>
              <a:srgbClr val="7C3AED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34440" y="3931920"/>
            <a:ext cx="5577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800" dirty="0">
                <a:solidFill>
                  <a:schemeClr val="bg1"/>
                </a:solidFill>
              </a:rPr>
              <a:t>Бобоев Баховаддин, 1 курс</a:t>
            </a: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235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55778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5B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Меняй только текст в скобках [ … 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1EEFC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45920" y="502920"/>
            <a:ext cx="10058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 чём проект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1673352" y="1234440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6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Я генерирую ответы и выполняю команды по текстовым, голосовым и визуальным запросам пользователя.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B7ADE0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2200" dirty="0"/>
              <a:t>Джарвис — это универсальный мультимодальный ИИ-ассистент для выполнения широкого спектра задач (анализ изображений, голосовое управление, поиск в сети, генерация кода и ответы на вопросы), а не специализированная модель предсказания цен.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374904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>
            <a:solidFill>
              <a:srgbClr val="B7ADE0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777240" y="3749040"/>
            <a:ext cx="48463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Тип:</a:t>
            </a:r>
            <a:r>
              <a:rPr lang="ru-RU" alt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</a:t>
            </a:r>
            <a:r>
              <a:rPr 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регрессия</a:t>
            </a:r>
            <a:r>
              <a:rPr lang="ru-RU" alt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r>
              <a:rPr 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17920" y="374904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>
            <a:solidFill>
              <a:srgbClr val="B7ADE0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6492240" y="3749040"/>
            <a:ext cx="48463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ru-RU" alt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Данный проект я создал для своего удобства в будушем, что бы и в учёбе и в работе помогал и облегчал нашу задачу.</a:t>
            </a:r>
            <a:endParaRPr lang="ru-RU" altLang="en-US" sz="2000" i="1" dirty="0">
              <a:solidFill>
                <a:srgbClr val="6B67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1EEFC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45920" y="502920"/>
            <a:ext cx="10058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Данные и результат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1673352" y="1234440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Откуда данные и насколько модель лучше «глупого» baseline.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B7ADE0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822960" y="2148840"/>
            <a:ext cx="49377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API: GEMENI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126480" y="214884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B7ADE0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400800" y="2148840"/>
            <a:ext cx="49377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Метрика: [ </a:t>
            </a:r>
            <a:r>
              <a:rPr lang="en-US" alt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Точность ответов</a:t>
            </a:r>
            <a:r>
              <a:rPr 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/ </a:t>
            </a:r>
            <a:r>
              <a:rPr lang="ru-RU" alt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скорость откликов</a:t>
            </a:r>
            <a:r>
              <a:rPr 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]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3429000"/>
            <a:ext cx="5257800" cy="2331720"/>
          </a:xfrm>
          <a:prstGeom prst="roundRect">
            <a:avLst>
              <a:gd name="adj" fmla="val 5490"/>
            </a:avLst>
          </a:prstGeom>
          <a:solidFill>
            <a:srgbClr val="F8F7FD"/>
          </a:solidFill>
          <a:effectLst>
            <a:outerShdw blurRad="101600" dist="38100" dir="5400000" algn="bl" rotWithShape="0">
              <a:srgbClr val="312E81">
                <a:alpha val="1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48640" y="3703320"/>
            <a:ext cx="5257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160520"/>
            <a:ext cx="52578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ru-RU" sz="5200" b="1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Ошибки соеденеине</a:t>
            </a:r>
            <a:r>
              <a:rPr lang="en-US" sz="5200" b="1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5200" dirty="0"/>
          </a:p>
        </p:txBody>
      </p:sp>
      <p:sp>
        <p:nvSpPr>
          <p:cNvPr id="13" name="Shape 10"/>
          <p:cNvSpPr/>
          <p:nvPr/>
        </p:nvSpPr>
        <p:spPr>
          <a:xfrm>
            <a:off x="6355080" y="3429000"/>
            <a:ext cx="5257800" cy="2331720"/>
          </a:xfrm>
          <a:prstGeom prst="roundRect">
            <a:avLst>
              <a:gd name="adj" fmla="val 5490"/>
            </a:avLst>
          </a:prstGeom>
          <a:solidFill>
            <a:srgbClr val="F1EEFC"/>
          </a:solidFill>
          <a:effectLst>
            <a:outerShdw blurRad="101600" dist="38100" dir="5400000" algn="bl" rotWithShape="0">
              <a:srgbClr val="312E81">
                <a:alpha val="1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355080" y="3703320"/>
            <a:ext cx="5257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Моя модель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4160520"/>
            <a:ext cx="52578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Gemeni 3.5 ]</a:t>
            </a:r>
            <a:endParaRPr lang="en-US" sz="52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3429000"/>
            <a:ext cx="685800" cy="2331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1EEFC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45920" y="502920"/>
            <a:ext cx="10058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Демо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1673352" y="1234440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11064240" cy="4023360"/>
          </a:xfrm>
          <a:prstGeom prst="roundRect">
            <a:avLst>
              <a:gd name="adj" fmla="val 2273"/>
            </a:avLst>
          </a:prstGeom>
          <a:solidFill>
            <a:srgbClr val="F8F7FD"/>
          </a:solidFill>
          <a:ln w="22225">
            <a:solidFill>
              <a:srgbClr val="B7ADE0"/>
            </a:solidFill>
            <a:prstDash val="dash"/>
          </a:ln>
        </p:spPr>
        <p:txBody>
          <a:bodyPr/>
          <a:p>
            <a:endParaRPr lang="ru-RU" altLang="en-US"/>
          </a:p>
        </p:txBody>
      </p:sp>
      <p:pic>
        <p:nvPicPr>
          <p:cNvPr id="7" name="Image 1" descr="C:/Users/USER/Desktop/Снимок экрана 2026-08-29 103441.pngСнимок экрана 2026-08-29 103441"/>
          <p:cNvPicPr>
            <a:picLocks noChangeAspect="1"/>
          </p:cNvPicPr>
          <p:nvPr/>
        </p:nvPicPr>
        <p:blipFill>
          <a:blip r:embed="rId2"/>
          <a:srcRect l="23576" r="23576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4663440"/>
            <a:ext cx="9235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98245" y="5257800"/>
            <a:ext cx="3108960" cy="3108960"/>
          </a:xfrm>
          <a:prstGeom prst="ellipse">
            <a:avLst/>
          </a:prstGeom>
          <a:solidFill>
            <a:srgbClr val="4338CA"/>
          </a:solidFill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Выводы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A2660"/>
          </a:solidFill>
          <a:ln w="22225">
            <a:solidFill>
              <a:srgbClr val="7C3AE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103327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Что получилось: [</a:t>
            </a:r>
            <a:r>
              <a:rPr lang="ru-RU" altLang="en-US" sz="2000" i="1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Получилось базовый ИИ ассистент, который может на данный момент помогать людям с их рутинной. </a:t>
            </a:r>
            <a:r>
              <a:rPr lang="en-US" sz="2000" i="1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A2660"/>
          </a:solidFill>
          <a:ln w="22225">
            <a:solidFill>
              <a:srgbClr val="7C3AED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914400" y="3017520"/>
            <a:ext cx="103327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Что было сложно: [</a:t>
            </a:r>
            <a:r>
              <a:rPr lang="ru-RU" altLang="en-US" sz="2000" i="1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Сложно было с внешным фоном, его создание было очень трудним и по не которым местам кода получалось ошибки которые занимали много времени для их исправлние.</a:t>
            </a:r>
            <a:r>
              <a:rPr lang="en-US" sz="2000" i="1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]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10881360" cy="1142365"/>
          </a:xfrm>
          <a:prstGeom prst="roundRect">
            <a:avLst>
              <a:gd name="adj" fmla="val 10526"/>
            </a:avLst>
          </a:prstGeom>
          <a:solidFill>
            <a:srgbClr val="2A2660"/>
          </a:solidFill>
          <a:ln w="22225">
            <a:solidFill>
              <a:srgbClr val="7C3AED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914400" y="4259580"/>
            <a:ext cx="10332720" cy="7607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Что улучшу дальше:[</a:t>
            </a:r>
            <a:r>
              <a:rPr lang="ru-RU" altLang="en-US" sz="2000" i="1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Дальше больше как говорится, буду его дополнять что бы отвечал намного быстрее, добавлю ещё много библиотек что бы он мог обшатся через голосовой чат, а не только через месенджеры. Не дороботок много, буду старатся их дополнять каждый день</a:t>
            </a:r>
            <a:r>
              <a:rPr lang="en-US" sz="2000" i="1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 </a:t>
            </a:r>
            <a:endParaRPr lang="en-US" sz="2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910715" y="557784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Спасибо! Готов ответить на вопросы.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1348</Words>
  <Application>WPS Presentation</Application>
  <PresentationFormat>On-screen Show (16:9)</PresentationFormat>
  <Paragraphs>49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USER</cp:lastModifiedBy>
  <cp:revision>4</cp:revision>
  <dcterms:created xsi:type="dcterms:W3CDTF">2026-08-29T04:07:00Z</dcterms:created>
  <dcterms:modified xsi:type="dcterms:W3CDTF">2026-08-29T05:57:52Z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1049-12.1.0.28032</vt:lpwstr>
  </property>
  <property fmtid="{D5CDD505-2E9C-101B-9397-08002B2CF9AE}" pid="3" name="ICV">
    <vt:lpwstr>6DA3E0092A9A45A78484FF3706A59CC9_13</vt:lpwstr>
  </property>
</Properties>
</file>