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ФИНАЛЬНЫЙ ПРОЕКТ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Название проекта ]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39319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Имя и класс ]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Меняй только текст в скобках [ …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проект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простое предложение — что и зачем предсказываешь.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предсказываю [ что ] по [ каким данным ].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22960" y="3749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[ регрессия / классификация ]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[ кому это поможет ]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результат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данные и насколько модель лучше «глупого» baseline.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[ название 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[ MAE / Accuracy ]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8F7FD"/>
          </a:solidFill>
          <a:ln/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37033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605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__  ]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55080" y="37033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модель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1605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__  ]</a:t>
            </a:r>
            <a:endParaRPr lang="en-US" sz="5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приложения. На защите дай нажать кнопку родителю!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F8F7FD"/>
          </a:solidFill>
          <a:ln w="22225">
            <a:solidFill>
              <a:srgbClr val="B7ADE0"/>
            </a:solidFill>
            <a:prstDash val="dash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474720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— скриншот твоего Gradio-приложения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получилось: [ … 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сложно: [ … 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улучшу дальше: [ … ]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5623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 ответить на вопросы.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2026-08-29T04:07:07Z</dcterms:created>
  <dcterms:modified xsi:type="dcterms:W3CDTF">2026-08-29T04:07:07Z</dcterms:modified>
</cp:coreProperties>
</file>