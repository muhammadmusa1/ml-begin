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01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ФИНАЛЬНЫЙ ПРОЕКТ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ru-RU" sz="3600" b="1" dirty="0"/>
              <a:t>Прогноз времени на </a:t>
            </a:r>
            <a:r>
              <a:rPr lang="ru-RU" sz="3600" b="1" dirty="0" smtClean="0"/>
              <a:t>домашнее задание</a:t>
            </a:r>
            <a:r>
              <a:rPr lang="en-US" sz="3600" b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39319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ru-RU" sz="2000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Мухаммадшариф</a:t>
            </a:r>
            <a:r>
              <a:rPr lang="en-US" sz="2000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класс</a:t>
            </a:r>
            <a:r>
              <a:rPr lang="en-US" sz="2000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Меняй только текст в скобках [ …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проект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простое предложение — что и зачем предсказываешь.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</a:t>
            </a:r>
            <a:r>
              <a:rPr lang="en-US" sz="2200" i="1" dirty="0" err="1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предсказываю</a:t>
            </a:r>
            <a:r>
              <a:rPr lang="en-US" sz="22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выполнения ДЗ </a:t>
            </a:r>
            <a:r>
              <a:rPr lang="en-US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минутах</a:t>
            </a:r>
            <a:r>
              <a:rPr lang="en-US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u-RU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объёму </a:t>
            </a:r>
            <a:r>
              <a:rPr lang="ru-RU" sz="2200" i="1" dirty="0" err="1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парграфов</a:t>
            </a:r>
            <a:endParaRPr lang="ru-RU" sz="2200" i="1" dirty="0" smtClean="0">
              <a:solidFill>
                <a:srgbClr val="6B67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22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Сложности предмета и дню недели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77240" y="3749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Тип: </a:t>
            </a:r>
            <a:r>
              <a:rPr lang="ru-RU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 err="1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ru-RU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поможет 9 </a:t>
            </a:r>
            <a:r>
              <a:rPr lang="ru-RU" sz="2000" i="1" dirty="0" err="1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класникам</a:t>
            </a:r>
            <a:r>
              <a:rPr lang="ru-RU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планировать подготовку к ОГЭ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результат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данные и насколько модель лучше «глупого» baseline.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764361" y="20802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</a:t>
            </a:r>
            <a:r>
              <a:rPr lang="ru-RU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дневник наблюдений (120 записей ДЗ)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035040" y="2417043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69380" y="2286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</a:t>
            </a:r>
            <a:r>
              <a:rPr lang="en-US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ru-RU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(средняя ошибка в минутах)</a:t>
            </a:r>
            <a:r>
              <a:rPr lang="en-US" sz="2000" i="1" dirty="0" smtClean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8F7FD"/>
          </a:solidFill>
          <a:ln/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154403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6052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ru-RU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r>
              <a:rPr lang="ru-RU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 </a:t>
            </a: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1EEFC"/>
          </a:solidFill>
          <a:ln/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40838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модель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197226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ru-RU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+-11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5мин</a:t>
            </a:r>
            <a:r>
              <a:rPr lang="en-US" sz="5200" b="1" dirty="0" smtClean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 </a:t>
            </a:r>
            <a:r>
              <a:rPr lang="en-US" sz="5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5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приложения. На защите дай нажать кнопку родителю!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F8F7FD"/>
          </a:solidFill>
          <a:ln w="22225">
            <a:solidFill>
              <a:srgbClr val="B7ADE0"/>
            </a:solidFill>
            <a:prstDash val="dash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474720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— скриншот твоего Gradio-приложения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получилось: 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обучена модель с точностью +-11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минут и развернут рабочий </a:t>
            </a:r>
          </a:p>
          <a:p>
            <a:pPr marL="0" indent="0">
              <a:buNone/>
            </a:pP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на </a:t>
            </a:r>
            <a:r>
              <a:rPr lang="en-US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</a:t>
            </a:r>
            <a:r>
              <a:rPr lang="en-US" sz="2000" i="1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качественных данных в течении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месяцаи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кадирование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котегориальных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признаков (предметы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недели)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улучшу </a:t>
            </a:r>
            <a:r>
              <a:rPr lang="en-US" sz="2000" i="1" dirty="0" err="1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Добавлю интеграцию с электронным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невником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(Эл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и учёт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коеффицента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i="1" dirty="0" err="1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усиалости</a:t>
            </a:r>
            <a:r>
              <a:rPr lang="ru-RU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ученика</a:t>
            </a:r>
            <a:r>
              <a:rPr lang="en-US" sz="2000" i="1" dirty="0" smtClean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5623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 ответить на вопросы.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204</Words>
  <Application>Microsoft Office PowerPoint</Application>
  <PresentationFormat>Произвольный</PresentationFormat>
  <Paragraphs>33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2026-08-29T04:07:07Z</dcterms:created>
  <dcterms:modified xsi:type="dcterms:W3CDTF">2026-08-29T08:18:40Z</dcterms:modified>
</cp:coreProperties>
</file>