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3108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7D3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 · НЕДЕЛЯ 5 · СТАНДАРТ КУРСА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и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943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для машинного обучения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4754880"/>
            <a:ext cx="7498080" cy="685800"/>
          </a:xfrm>
          <a:prstGeom prst="roundRect">
            <a:avLst>
              <a:gd name="adj" fmla="val 13333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548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С этого урока Pipeline — обязательный стандарт всех проектов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ручной подготовки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 на уроке 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 здесь…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пола там…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вообще забыли
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Придут новые данные — всё повторять руками. Легко забыть шаг или перепутать порядок.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920240"/>
            <a:ext cx="5150815" cy="3931920"/>
          </a:xfrm>
          <a:prstGeom prst="roundRect">
            <a:avLst>
              <a:gd name="adj" fmla="val 2791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опасности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0" y="2743200"/>
            <a:ext cx="451073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 беспорядок в коде
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данных — тест «подсматривает» подготовку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вместо ручной сборки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3566160"/>
          </a:xfrm>
          <a:prstGeom prst="roundRect">
            <a:avLst>
              <a:gd name="adj" fmla="val 307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Кухня по памяти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301752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Повар каждый раз вспоминает порядок: посолить, обжарить, добавить соус. Рано или поздно собьётся.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67248" y="3657600"/>
            <a:ext cx="457200" cy="45720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8" name="Text 6"/>
          <p:cNvSpPr/>
          <p:nvPr/>
        </p:nvSpPr>
        <p:spPr>
          <a:xfrm>
            <a:off x="586724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входят с одного конца — готовое блюдо выходит с другого. Шаги всегда в правильном порядке.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это конвейер для данных.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10–30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46120" y="237744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5B4FC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Закодировать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237744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8B7DF5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Масштаби-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ровать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23960" y="237744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4400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7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4297680"/>
            <a:ext cx="110029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шагов, упакованная в один объект. У него те же .fit() и .predict(), что у обычной модели — но внутри он сам выполняет все шаги по порядку.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причины собирать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864309" y="2423160"/>
            <a:ext cx="822960" cy="8229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864309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нельзя перепутать или забыть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4418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684368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7298" y="347472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утечки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8738" y="434340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считается только по train — тест честный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34477" y="2103120"/>
            <a:ext cx="3362858" cy="3474720"/>
          </a:xfrm>
          <a:prstGeom prst="roundRect">
            <a:avLst>
              <a:gd name="adj" fmla="val 3263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4426" y="2423160"/>
            <a:ext cx="822960" cy="82296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4426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7357" y="347472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код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8797" y="434340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 вместо десяти разрозненных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ColumnTransformer: разным колонкам — разная обработка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Числовые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fare, sibsp, parch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медианой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150815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2286000"/>
            <a:ext cx="640080" cy="6400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Категориальные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3108960"/>
            <a:ext cx="45107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pclass, embarked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частым значением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категории в столбцы 0/1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ТЕМА КАЧЕСТВА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данных (data leakage)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102714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нельзя посчитать медиану для пропусков сразу по ВСЕМ данным, до разбиения на train/test?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97764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Тогда в подготовку «протечёт» информация из теста — оценка станет нечестной. Pipeline решает это сам: считает всё только по train внутри каждой проверки.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ОЦЕНКА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Кросс-валидация: 5 проверок вместо одной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017715" cy="1554480"/>
          </a:xfrm>
          <a:prstGeom prst="roundRect">
            <a:avLst>
              <a:gd name="adj" fmla="val 7059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28600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20177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40675" y="2103120"/>
            <a:ext cx="2017715" cy="1554480"/>
          </a:xfrm>
          <a:prstGeom prst="roundRect">
            <a:avLst>
              <a:gd name="adj" fmla="val 7059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2840675" y="228600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40675" y="2697480"/>
            <a:ext cx="20177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86990" y="2103120"/>
            <a:ext cx="2017715" cy="1554480"/>
          </a:xfrm>
          <a:prstGeom prst="roundRect">
            <a:avLst>
              <a:gd name="adj" fmla="val 7059"/>
            </a:avLst>
          </a:prstGeom>
          <a:solidFill>
            <a:srgbClr val="2C2552"/>
          </a:solidFill>
          <a:ln/>
        </p:spPr>
      </p:sp>
      <p:sp>
        <p:nvSpPr>
          <p:cNvPr id="11" name="Text 9"/>
          <p:cNvSpPr/>
          <p:nvPr/>
        </p:nvSpPr>
        <p:spPr>
          <a:xfrm>
            <a:off x="5086990" y="228600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6990" y="2697480"/>
            <a:ext cx="20177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33305" y="2103120"/>
            <a:ext cx="2017715" cy="1554480"/>
          </a:xfrm>
          <a:prstGeom prst="roundRect">
            <a:avLst>
              <a:gd name="adj" fmla="val 7059"/>
            </a:avLst>
          </a:prstGeom>
          <a:solidFill>
            <a:srgbClr val="2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33305" y="228600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33305" y="2697480"/>
            <a:ext cx="20177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79620" y="2103120"/>
            <a:ext cx="2017715" cy="1554480"/>
          </a:xfrm>
          <a:prstGeom prst="roundRect">
            <a:avLst>
              <a:gd name="adj" fmla="val 7059"/>
            </a:avLst>
          </a:prstGeom>
          <a:solidFill>
            <a:srgbClr val="241E42"/>
          </a:solidFill>
          <a:ln/>
        </p:spPr>
      </p:sp>
      <p:sp>
        <p:nvSpPr>
          <p:cNvPr id="17" name="Text 15"/>
          <p:cNvSpPr/>
          <p:nvPr/>
        </p:nvSpPr>
        <p:spPr>
          <a:xfrm>
            <a:off x="9579620" y="228600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фолд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79620" y="2697480"/>
            <a:ext cx="20177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402336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5196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Среднее: 80.9%  ±  3.2%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" y="498348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оценить ученика по одной контрольной или по пяти? Пять честнее. Большой разброс = модели нельзя слепо доверять.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· НОВЫЙ СТАНДАРТ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= подготовка + модель в одном объекте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Pipeline нет утечки данных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Оцениваем через кросс-валидацию (mean ± std)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этого урока любой проект — это Pipeline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Pipeline на своём датасете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cross_val_score как mean ± std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письменно: зачем ColumnTransformer и как Pipeline защищает от утечки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11: метрики и матрица ошибок.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2026-07-06T16:10:11Z</dcterms:created>
  <dcterms:modified xsi:type="dcterms:W3CDTF">2026-07-06T16:10:11Z</dcterms:modified>
</cp:coreProperties>
</file>