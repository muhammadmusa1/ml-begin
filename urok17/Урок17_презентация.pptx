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146304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5B4FC4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0" y="14630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кошка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515600" y="146304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2C2552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0" y="14630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418320" y="2286000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27D3EE"/>
          </a:solidFill>
          <a:ln/>
        </p:spPr>
      </p:sp>
      <p:sp>
        <p:nvSpPr>
          <p:cNvPr id="7" name="Text 5"/>
          <p:cNvSpPr/>
          <p:nvPr/>
        </p:nvSpPr>
        <p:spPr>
          <a:xfrm>
            <a:off x="9418320" y="22860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она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875520" y="2286000"/>
            <a:ext cx="0" cy="-320040"/>
          </a:xfrm>
          <a:prstGeom prst="line">
            <a:avLst/>
          </a:prstGeom>
          <a:noFill/>
          <a:ln w="25400">
            <a:solidFill>
              <a:srgbClr val="27D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84080" y="2286000"/>
            <a:ext cx="0" cy="-320040"/>
          </a:xfrm>
          <a:prstGeom prst="line">
            <a:avLst/>
          </a:prstGeom>
          <a:noFill/>
          <a:ln w="25400">
            <a:solidFill>
              <a:srgbClr val="27D3E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94360" y="146304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4 · НЕДЕЛЯ 9 · БОЛЬШИЕ ЯЗЫКОВЫЕ МОДЕЛИ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192024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устроен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594360" y="3794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Токены · эмбеддинги · внимание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9436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17 · 90 минут · теория + BertViz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ВОВЛЕЧЕНИЕ · 0–10 МИН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Уверенная выдумка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11002975" cy="1828800"/>
          </a:xfrm>
          <a:prstGeom prst="roundRect">
            <a:avLst>
              <a:gd name="adj" fmla="val 6000"/>
            </a:avLst>
          </a:prstGeom>
          <a:solidFill>
            <a:srgbClr val="2C255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40280"/>
            <a:ext cx="1027145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Просим модель пересказать несуществующую книгу — она уверенно сочиняет сюжет.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4114800"/>
            <a:ext cx="1100297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Она не соврала специально. LLM — очень умный автодополнитель: подбирает правдоподобное продолжение, а не проверяет правду.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17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→ числа: токены и эмбеддинги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5212080" cy="3657600"/>
          </a:xfrm>
          <a:prstGeom prst="roundRect">
            <a:avLst>
              <a:gd name="adj" fmla="val 3000"/>
            </a:avLst>
          </a:prstGeom>
          <a:solidFill>
            <a:srgbClr val="241E4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8346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режется на кусочки, каждому — номер. Для модели фраза = список чисел.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4023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«кошка спит» → [0, 1]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46520" y="2011680"/>
            <a:ext cx="5150815" cy="3657600"/>
          </a:xfrm>
          <a:prstGeom prst="roundRect">
            <a:avLst>
              <a:gd name="adj" fmla="val 3000"/>
            </a:avLst>
          </a:prstGeom>
          <a:solidFill>
            <a:srgbClr val="2C2552"/>
          </a:solidFill>
          <a:ln/>
        </p:spPr>
      </p:sp>
      <p:sp>
        <p:nvSpPr>
          <p:cNvPr id="9" name="Text 7"/>
          <p:cNvSpPr/>
          <p:nvPr/>
        </p:nvSpPr>
        <p:spPr>
          <a:xfrm>
            <a:off x="681228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Эмбеддинги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12280" y="28346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токен → вектор чисел. Близкие по смыслу слова — близкие векторы.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12280" y="4114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«король» ≈ «королева»,  далеко от «банан»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12280" y="4846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на уроке 14 картинка была числами — здесь числами становятся слова.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17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ИДЕЯ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Внимание: на какие слова смотреть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11002975" cy="1645920"/>
          </a:xfrm>
          <a:prstGeom prst="roundRect">
            <a:avLst>
              <a:gd name="adj" fmla="val 6667"/>
            </a:avLst>
          </a:prstGeom>
          <a:solidFill>
            <a:srgbClr val="2C255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94560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«Кошка не перешла улицу, потому что она устала»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2788920"/>
            <a:ext cx="102714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понять «она», модель смотрит на все слова и решает: сильнее всего — на «кошку».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" y="3840480"/>
            <a:ext cx="11002975" cy="1828800"/>
          </a:xfrm>
          <a:prstGeom prst="roundRect">
            <a:avLst>
              <a:gd name="adj" fmla="val 6000"/>
            </a:avLst>
          </a:prstGeom>
          <a:solidFill>
            <a:srgbClr val="241E42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4023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Трансформер на пальцах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452628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стопка слоёв внимания: слова снова и снова «переглядываются» и уточняют смысл друг друга.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17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ЧЕСТНЫЙ РАЗГОВОР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модель галлюцинирует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11002975" cy="1737360"/>
          </a:xfrm>
          <a:prstGeom prst="roundRect">
            <a:avLst>
              <a:gd name="adj" fmla="val 6316"/>
            </a:avLst>
          </a:prstGeom>
          <a:solidFill>
            <a:srgbClr val="2C255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40280"/>
            <a:ext cx="1027145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выдаёт самое правдоподобное продолжение — не истину.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3931920"/>
            <a:ext cx="11002975" cy="1828800"/>
          </a:xfrm>
          <a:prstGeom prst="roundRect">
            <a:avLst>
              <a:gd name="adj" fmla="val 6000"/>
            </a:avLst>
          </a:prstGeom>
          <a:solidFill>
            <a:srgbClr val="241E42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4114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 с уроком 14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4617720"/>
            <a:ext cx="1027145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сеть уверенно называла цифру на шуме — так LLM уверенно выдумывает факт. Правдоподобно ≠ правда. Факты проверяем.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17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УРОКА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унесём с урока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5577840" cy="4023360"/>
          </a:xfrm>
          <a:prstGeom prst="roundRect">
            <a:avLst>
              <a:gd name="adj" fmla="val 2727"/>
            </a:avLst>
          </a:prstGeom>
          <a:solidFill>
            <a:srgbClr val="241E4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не понимает — она считает числа
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→ токены → эмбеддинги
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Близкие по смыслу слова — близкие числа
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Внимание — на какие слова смотреть
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Правдоподобно ≠ правда (галлюцинации)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46520" y="1920240"/>
            <a:ext cx="5150815" cy="4023360"/>
          </a:xfrm>
          <a:prstGeom prst="roundRect">
            <a:avLst>
              <a:gd name="adj" fmla="val 2727"/>
            </a:avLst>
          </a:prstGeom>
          <a:solidFill>
            <a:srgbClr val="2C2552"/>
          </a:solidFill>
          <a:ln/>
        </p:spPr>
      </p:sp>
      <p:sp>
        <p:nvSpPr>
          <p:cNvPr id="8" name="Text 6"/>
          <p:cNvSpPr/>
          <p:nvPr/>
        </p:nvSpPr>
        <p:spPr>
          <a:xfrm>
            <a:off x="681228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0" y="2743200"/>
            <a:ext cx="4510735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Разбить своё предложение на токены
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слова в эмбеддинги, найти близкие пары
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Объяснить словами, почему модель может выдумать факт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0" y="5394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— урок 18: заставим модель работать.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2026-07-06T17:18:15Z</dcterms:created>
  <dcterms:modified xsi:type="dcterms:W3CDTF">2026-07-06T17:18:15Z</dcterms:modified>
</cp:coreProperties>
</file>