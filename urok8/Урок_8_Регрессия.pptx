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Новый ТИП задачи. До сих пор предсказывали класс, теперь — число. Крючок: сколько баллов наберёт тот, кто готовился 10 часов? Не класс — число!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Классификация — ответ класс/ярлык. Регрессия — ответ число. Голосование: набор задач, что где? Цена телефона, спам, возраст, порода.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Точки — часы/баллы. Регрессия проводит через них лучшую прямую, как линейка. По линии предсказываем для любых часов. Наклон = сколько баллов даёт час.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Наклон = на сколько растёт результат за единицу (3 балла за час). MAE = средняя ошибка в тех же единицах, что ответ. MAE=5 — в среднем мимо на 5 баллов.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Открой ноутбук урока 8. Построй регрессию, нарисуй линию, предскажи для 10 часов, посмотри MAE. Пусть каждый предскажет свой балл по своим часам.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Регрессия — число, линейная регрессия — прямая-линейка. Наклон и MAE. Домашка: предсказать для разных часов, объяснить MAE, найти свой пример регрессии.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6D5DF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8 · РЕГРЕССИЯ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Предсказываем числа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82296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Линейная регрессия · ошибка модели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Два типа задач в ML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F5F4FF"/>
          </a:solidFill>
          <a:ln w="25400">
            <a:solidFill>
              <a:srgbClr val="6D5DF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828800"/>
            <a:ext cx="822960" cy="822960"/>
          </a:xfrm>
          <a:prstGeom prst="ellipse">
            <a:avLst/>
          </a:prstGeom>
          <a:solidFill>
            <a:srgbClr val="6D5D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0299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57400" y="1874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Классификация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97280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— КЛАСС (ярлык)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97280" y="329184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или пёс
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выжил или не выжил
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спам или не спам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309360" y="155448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828800"/>
            <a:ext cx="822960" cy="82296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202996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1874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Регрессия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6583680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— ЧИСЛО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583680" y="329184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баллы за экзамен: 58
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телефона: 25000
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температура: 23°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учимся предсказывать ЧИСЛО.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83080" y="5943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Линейная регрессия = линейка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822960" y="1645920"/>
            <a:ext cx="5943600" cy="4206240"/>
          </a:xfrm>
          <a:prstGeom prst="roundRect">
            <a:avLst>
              <a:gd name="adj" fmla="val 2609"/>
            </a:avLst>
          </a:prstGeom>
          <a:solidFill>
            <a:srgbClr val="2E2A6B"/>
          </a:solidFill>
          <a:ln/>
        </p:spPr>
      </p:sp>
      <p:sp>
        <p:nvSpPr>
          <p:cNvPr id="5" name="Shape 2"/>
          <p:cNvSpPr/>
          <p:nvPr/>
        </p:nvSpPr>
        <p:spPr>
          <a:xfrm>
            <a:off x="1463040" y="5394960"/>
            <a:ext cx="48463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63040" y="2011680"/>
            <a:ext cx="0" cy="33832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920240" y="5029200"/>
            <a:ext cx="201168" cy="20116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Shape 5"/>
          <p:cNvSpPr/>
          <p:nvPr/>
        </p:nvSpPr>
        <p:spPr>
          <a:xfrm>
            <a:off x="2468880" y="4663440"/>
            <a:ext cx="201168" cy="20116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Shape 6"/>
          <p:cNvSpPr/>
          <p:nvPr/>
        </p:nvSpPr>
        <p:spPr>
          <a:xfrm>
            <a:off x="3017520" y="4480560"/>
            <a:ext cx="201168" cy="20116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Shape 7"/>
          <p:cNvSpPr/>
          <p:nvPr/>
        </p:nvSpPr>
        <p:spPr>
          <a:xfrm>
            <a:off x="3566160" y="4023360"/>
            <a:ext cx="201168" cy="20116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Shape 8"/>
          <p:cNvSpPr/>
          <p:nvPr/>
        </p:nvSpPr>
        <p:spPr>
          <a:xfrm>
            <a:off x="4114800" y="3749040"/>
            <a:ext cx="201168" cy="20116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Shape 9"/>
          <p:cNvSpPr/>
          <p:nvPr/>
        </p:nvSpPr>
        <p:spPr>
          <a:xfrm>
            <a:off x="4663440" y="3291840"/>
            <a:ext cx="201168" cy="20116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Shape 10"/>
          <p:cNvSpPr/>
          <p:nvPr/>
        </p:nvSpPr>
        <p:spPr>
          <a:xfrm>
            <a:off x="5212080" y="3108960"/>
            <a:ext cx="201168" cy="20116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Shape 11"/>
          <p:cNvSpPr/>
          <p:nvPr/>
        </p:nvSpPr>
        <p:spPr>
          <a:xfrm>
            <a:off x="5760720" y="2651760"/>
            <a:ext cx="201168" cy="20116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Shape 12"/>
          <p:cNvSpPr/>
          <p:nvPr/>
        </p:nvSpPr>
        <p:spPr>
          <a:xfrm>
            <a:off x="1737360" y="5212080"/>
            <a:ext cx="4297680" cy="-2651760"/>
          </a:xfrm>
          <a:prstGeom prst="line">
            <a:avLst/>
          </a:prstGeom>
          <a:noFill/>
          <a:ln w="38100">
            <a:solidFill>
              <a:srgbClr val="F472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20640" y="5440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 →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баллы ↑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11480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47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линия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040880" y="2011680"/>
            <a:ext cx="4297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— реальные данные.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Регрессия проводит через них самую подходящую прямую — как линейку.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линии предсказываем балл для любого числа часов.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Что говорят цифры модели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F5F4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828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5D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Наклон линии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4688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= 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0" y="35661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час подготовки добавляет примерно 3 балла.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E1B4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828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MAE — ошибка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≈ 5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583680" y="35661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среднем модель промахивается на 5 баллов. Чем меньше — тем лучше.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в тех же единицах, что и ответ: баллы, рубли, градусы.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6D5DF6">
              <a:alpha val="2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Твой ход: предскажи балл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005840" y="310896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Построй регрессию часы → баллы и нарисуй линию.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Предскажи балл для 10 часов подготовки.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Посмотри MAE — насколько модель ошибается.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53492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2E2A6B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5349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Проверь: предскажи свой балл по своим часам подготовки — совпало?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400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645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Главный вывод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097280" y="237744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Регрессия предсказывает ЧИСЛО, а не класс.</a:t>
            </a:r>
            <a:endParaRPr lang="en-US" sz="2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Линейная регрессия проводит через точки прямую — линейку.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1463040" y="4023360"/>
            <a:ext cx="9235440" cy="2103120"/>
          </a:xfrm>
          <a:prstGeom prst="roundRect">
            <a:avLst>
              <a:gd name="adj" fmla="val 5217"/>
            </a:avLst>
          </a:prstGeom>
          <a:solidFill>
            <a:srgbClr val="2E2A6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737360" y="4206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737360" y="466344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Предскажи баллы для 5, 12, 18 часов. Логичны ли числа?
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Запиши MAE и объясни своими словами, что это значит.
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 свой пример задачи регрессии из жизни.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8 — Регрессия</dc:title>
  <dc:subject>PptxGenJS Presentation</dc:subject>
  <dc:creator>PptxGenJS</dc:creator>
  <cp:lastModifiedBy>PptxGenJS</cp:lastModifiedBy>
  <cp:revision>1</cp:revision>
  <dcterms:created xsi:type="dcterms:W3CDTF">2026-07-02T08:27:21Z</dcterms:created>
  <dcterms:modified xsi:type="dcterms:W3CDTF">2026-07-02T08:27:21Z</dcterms:modified>
</cp:coreProperties>
</file>