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Обзорный урок. Показываем, что 8 занятий — не разрозненные темы, а единый путь. Хорошо провести перед новым блоком, чтобы всё уложилось.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фазы: 1-4 понимаем данные, 5-8 учим модели. Логика: нельзя учить модель на данных, которых не понимаешь. Сначала читать, потом предсказывать.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уроков — цепочка. Верхний ряд (фиолетовый) — фаза данных. Нижний (голубой) — фаза моделей. Каждый опирается на предыдущий, не разрозненные 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сквозные нити: идея данные→решение, один датасет Титаник, честная оценка (урок 6→7), единый паттерн sklearn. Это то, что делает курс цельным.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фазы 2: умеем классификацию (KNN, дерево) и регрессию (линейная). И честно оцениваем через train/test. Полный базовый набор ML-инструментов.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впереди: случайный лес, pipeline (обязателен с урока 10!), нейросети, финальный проект. Базовый набор уже есть — дальше усиливаем и строим реальное.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И КУДА ИДЁМ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Карта курса: 8 уроков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всё, что мы прошли, складывается в одну картину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Мы прошли две фазы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0" cy="3840480"/>
          </a:xfrm>
          <a:prstGeom prst="roundRect">
            <a:avLst>
              <a:gd name="adj" fmla="val 3333"/>
            </a:avLst>
          </a:prstGeom>
          <a:solidFill>
            <a:srgbClr val="F5F4FF"/>
          </a:solidFill>
          <a:ln w="25400">
            <a:solidFill>
              <a:srgbClr val="6D5DF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Понимаем данные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 1–4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33832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ML и данные
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и NumPy
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и визуализация
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Мини-проект по данным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029200" cy="3840480"/>
          </a:xfrm>
          <a:prstGeom prst="roundRect">
            <a:avLst>
              <a:gd name="adj" fmla="val 3333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Учим модели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Уроки 5–8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33832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первый алгоритм
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проверка (train/test)
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решений
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 — предсказываем числа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научились ЧИТАТЬ данные — потом УЧИТЬ на них модели.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Каждый урок опирается на предыдущий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 w="19050">
            <a:solidFill>
              <a:srgbClr val="6D5DF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417320"/>
            <a:ext cx="594360" cy="59436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такое 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→ решение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36392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0" y="123444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 w="19050">
            <a:solidFill>
              <a:srgbClr val="6D5DF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417320"/>
            <a:ext cx="594360" cy="59436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Pandas / NumPy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 таблицы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25312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3444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 w="19050">
            <a:solidFill>
              <a:srgbClr val="6D5DF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417320"/>
            <a:ext cx="594360" cy="59436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Визуализация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 данные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14232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2560" y="123444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 w="19050">
            <a:solidFill>
              <a:srgbClr val="6D5DF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966960" y="1417320"/>
            <a:ext cx="594360" cy="594360"/>
          </a:xfrm>
          <a:prstGeom prst="ellipse">
            <a:avLst/>
          </a:prstGeom>
          <a:solidFill>
            <a:srgbClr val="6D5DF6"/>
          </a:solidFill>
          <a:ln/>
        </p:spPr>
      </p:sp>
      <p:sp>
        <p:nvSpPr>
          <p:cNvPr id="23" name="Text 21"/>
          <p:cNvSpPr/>
          <p:nvPr/>
        </p:nvSpPr>
        <p:spPr>
          <a:xfrm>
            <a:off x="996696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Мини-проект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рассказываем о данных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97764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00200" y="416052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160020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7724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7240" y="5257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модель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36392" y="4480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474720" y="397764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89120" y="416052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6616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 / Test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566160" y="5257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проверка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25312" y="4480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263640" y="397764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78040" y="416052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0" name="Text 38"/>
          <p:cNvSpPr/>
          <p:nvPr/>
        </p:nvSpPr>
        <p:spPr>
          <a:xfrm>
            <a:off x="717804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35508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Дерево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55080" y="5257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что видно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714232" y="4480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9052560" y="3977640"/>
            <a:ext cx="2468880" cy="178308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966960" y="416052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996696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144000" y="4846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Регрессия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44000" y="5257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предсказываем числа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0" y="3200400"/>
            <a:ext cx="4846320" cy="594360"/>
          </a:xfrm>
          <a:prstGeom prst="roundRect">
            <a:avLst>
              <a:gd name="adj" fmla="val 46154"/>
            </a:avLst>
          </a:prstGeom>
          <a:solidFill>
            <a:srgbClr val="3A2E0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0" y="3200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дальше учим модели на этих данных ↓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связывает все уроки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ECEAF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087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0" y="16184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«Данные → решение»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94960" y="15087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 с урока 1 живёт во всех моделях: на вход признаки, на выходе ответ.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5F4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517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11680" y="27614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Один датасет — «Титаник»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26517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урока 2 до 8 работаем на знакомых данных. Меняются алгоритмы, а не данные — легче сравнивать.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ECEA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947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11680" y="39044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«Зазубрил или понял»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37947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6 (train/test) → урок 7 (переобучение дерева). Одна идея честной оценки повторяется.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F5F4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9377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🧩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11680" y="50474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Паттерн sklearn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49377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→ .fit() → .predict(). Один и тот же код для KNN, дерева и регрессии.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Мы уже умеем решать оба типа задач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5029200" cy="3566160"/>
          </a:xfrm>
          <a:prstGeom prst="roundRect">
            <a:avLst>
              <a:gd name="adj" fmla="val 3590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Классификация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КЛАСС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30175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(урок 5)
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решений (урок 7)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«выжил или нет», «спорт или игры»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029200" cy="3566160"/>
          </a:xfrm>
          <a:prstGeom prst="roundRect">
            <a:avLst>
              <a:gd name="adj" fmla="val 3590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Регрессия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ЧИСЛО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30175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регрессия (урок 8)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«сколько баллов», «какая цена»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проверять модель честно (train/test) мы тоже уже умеем — урок 6.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дальше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У тебя уже есть полный базовый набор ML. Дальше — усиливаем модели и строим настоящие проекты.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463040" y="347472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2E2A6B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3736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Случайный лес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деревьев умнее одного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347472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2E2A6B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всё в один конвейер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463040" y="470916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2E2A6B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37360" y="4818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Нейросети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737360" y="5257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учится мозг машины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470916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2E2A6B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4818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Свой проект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0" y="5257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идеи до веб-приложения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уже прошёл половину пути. Самое интересное впереди 🚀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Карта курса — 8 уроков</dc:title>
  <dc:subject>PptxGenJS Presentation</dc:subject>
  <dc:creator>PptxGenJS</dc:creator>
  <cp:lastModifiedBy>PptxGenJS</cp:lastModifiedBy>
  <cp:revision>1</cp:revision>
  <dcterms:created xsi:type="dcterms:W3CDTF">2026-07-02T08:59:34Z</dcterms:created>
  <dcterms:modified xsi:type="dcterms:W3CDTF">2026-07-02T08:59:34Z</dcterms:modified>
</cp:coreProperties>
</file>