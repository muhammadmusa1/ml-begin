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настоящий ML-алгоритм. Начинаем с живой игры: точки двух цветов на доске, новый ученик ищет соседей. Сегодня переживём момент 'я обучил модель и она предсказывает'.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Поговорка — это рабочий алгоритм. Игра на доске: точки двух цветов (спорт/игры), новый ученик — куда отнести? Смотрим соседей. Класс выполнил KNN в голове.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Объекты с известным классом — точки. Новый без класса. Смотрим K ближайших. Большинство решает. Модель не учится заранее — запоминает примеры и сравнивает.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— число соседей. K=1 рискованно, K=5 надёжно, слишком большой K — всегда частый класс. Чётное K даёт ничью. Подобрать K — искусство.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— признаки, y — ответ. Модель смотрит на X, угадывает y. Три строки: создать, fit (обучить), predict (предсказать). Этот паттерн — вся sklearn.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ноутбук урока 5. Обучи KNN, предскажи пассажира, перебери K. Соревнование на лучший K. Каждый переживает 'я обучил модель'.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— соседи решают, формул нет. Домашка: лучший K, свой пассажир, и вопрос про 'списывание с ответов' — это прямая подводка к уроку 6 про train/test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5 · ПЕРВЫЙ АЛГОРИТМ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Скажи мне, кто твой сосед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твоя первая обученная модель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«Скажи мне, кто твой друг…»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…и я скажу, кто ты.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0515600" cy="2286000"/>
          </a:xfrm>
          <a:prstGeom prst="roundRect">
            <a:avLst>
              <a:gd name="adj" fmla="val 4800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291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Оказывается, это рабочий алгоритм машинного обучения!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объект? Посмотри на ближайших к нему соседей. Какого класса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рядом — туда и относим новенького.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Как работает KNN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2E2A6B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49377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530352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438912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475488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40233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438912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2194560"/>
            <a:ext cx="292608" cy="292608"/>
          </a:xfrm>
          <a:prstGeom prst="ellipse">
            <a:avLst/>
          </a:prstGeom>
          <a:solidFill>
            <a:srgbClr val="F472A6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828800"/>
            <a:ext cx="292608" cy="292608"/>
          </a:xfrm>
          <a:prstGeom prst="ellipse">
            <a:avLst/>
          </a:prstGeom>
          <a:solidFill>
            <a:srgbClr val="F472A6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2743200"/>
            <a:ext cx="292608" cy="292608"/>
          </a:xfrm>
          <a:prstGeom prst="ellipse">
            <a:avLst/>
          </a:prstGeom>
          <a:solidFill>
            <a:srgbClr val="F472A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926080"/>
            <a:ext cx="292608" cy="292608"/>
          </a:xfrm>
          <a:prstGeom prst="ellipse">
            <a:avLst/>
          </a:prstGeom>
          <a:solidFill>
            <a:srgbClr val="F472A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377440"/>
            <a:ext cx="292608" cy="292608"/>
          </a:xfrm>
          <a:prstGeom prst="ellipse">
            <a:avLst/>
          </a:prstGeom>
          <a:solidFill>
            <a:srgbClr val="F472A6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560320"/>
            <a:ext cx="292608" cy="292608"/>
          </a:xfrm>
          <a:prstGeom prst="ellipse">
            <a:avLst/>
          </a:prstGeom>
          <a:solidFill>
            <a:srgbClr val="F472A6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3383280"/>
            <a:ext cx="457200" cy="45720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5176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объект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Есть объекты с известным классом
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(синие и розовые точки)
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Приходит новый объект без класса
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Смотрим K ближайших соседей
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Какого класса большинство —
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такой даём новому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03327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такое K?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 — сколько соседей мы спрашиваем.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69748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4FB"/>
          </a:solidFill>
          <a:ln w="12700">
            <a:solidFill>
              <a:srgbClr val="E5E3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840480" y="26974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Слушаем одного ближайшего. Рискованно: вдруг он странный.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374904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5F4FF"/>
          </a:solidFill>
          <a:ln w="19050">
            <a:solidFill>
              <a:srgbClr val="6D5D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749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5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5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840480" y="37490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Спрашиваем пятерых, берём большинство. Надёжнее.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22960" y="48006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4FB"/>
          </a:solidFill>
          <a:ln w="12700">
            <a:solidFill>
              <a:srgbClr val="E5E3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800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очень много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840480" y="48006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Спросим почти всех — всегда победит самый частый класс.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ML — подобрать хороший K.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Модель в 3 строки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2E2A6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признаки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чему предсказываем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(возраст, пол, класс)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09360" y="146304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2E2A6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6459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47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ответ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предсказываем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(выжил / не выжил)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10515600" cy="2651760"/>
          </a:xfrm>
          <a:prstGeom prst="roundRect">
            <a:avLst>
              <a:gd name="adj" fmla="val 3448"/>
            </a:avLst>
          </a:prstGeom>
          <a:solidFill>
            <a:srgbClr val="11102E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657600"/>
            <a:ext cx="9966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7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KNeighborsClassifier(n_neighbors=5)
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7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y)        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обучаем
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7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model.predict(new)     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предсказываем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→ .fit() → .predict() — так работает ВСЯ библиотека sklearn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Твой ход: обучи модель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 KNN на Titanic и посмотри точность.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Придумай своего пассажира — предскажи его судьбу.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Перебери разные K — найди лучший.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Соревнование: чей K даёт самую высокую точность?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Главный вывод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246888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смотрит на K ближайших соседей и берёт класс большинства.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Никаких формул — только сравнение с похожими примерами.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463040" y="4023360"/>
            <a:ext cx="9235440" cy="2103120"/>
          </a:xfrm>
          <a:prstGeom prst="roundRect">
            <a:avLst>
              <a:gd name="adj" fmla="val 5217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3736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663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лучший K (попробуй минимум 5 значений).
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Придумай пассажира и предскажи его судьбу.
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Подумай: почему проверять на тех же данных — как «списывать с ответов»?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5 — KNN</dc:title>
  <dc:subject>PptxGenJS Presentation</dc:subject>
  <dc:creator>PptxGenJS</dc:creator>
  <cp:lastModifiedBy>PptxGenJS</cp:lastModifiedBy>
  <cp:revision>1</cp:revision>
  <dcterms:created xsi:type="dcterms:W3CDTF">2026-06-26T15:37:40Z</dcterms:created>
  <dcterms:modified xsi:type="dcterms:W3CDTF">2026-06-26T15:37:40Z</dcterms:modified>
</cp:coreProperties>
</file>