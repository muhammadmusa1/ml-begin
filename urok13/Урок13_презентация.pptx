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1783080"/>
            <a:ext cx="777240" cy="45720"/>
          </a:xfrm>
          <a:prstGeom prst="line">
            <a:avLst/>
          </a:prstGeom>
          <a:noFill/>
          <a:ln w="19050">
            <a:solidFill>
              <a:srgbClr val="5B4F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783080"/>
            <a:ext cx="777240" cy="365760"/>
          </a:xfrm>
          <a:prstGeom prst="line">
            <a:avLst/>
          </a:prstGeom>
          <a:noFill/>
          <a:ln w="19050">
            <a:solidFill>
              <a:srgbClr val="3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3063240"/>
            <a:ext cx="777240" cy="-914400"/>
          </a:xfrm>
          <a:prstGeom prst="line">
            <a:avLst/>
          </a:prstGeom>
          <a:noFill/>
          <a:ln w="19050">
            <a:solidFill>
              <a:srgbClr val="3A34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783080"/>
            <a:ext cx="777240" cy="1645920"/>
          </a:xfrm>
          <a:prstGeom prst="line">
            <a:avLst/>
          </a:prstGeom>
          <a:noFill/>
          <a:ln w="19050">
            <a:solidFill>
              <a:srgbClr val="3A34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3063240"/>
            <a:ext cx="777240" cy="365760"/>
          </a:xfrm>
          <a:prstGeom prst="line">
            <a:avLst/>
          </a:prstGeom>
          <a:noFill/>
          <a:ln w="19050">
            <a:solidFill>
              <a:srgbClr val="3A3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148840"/>
            <a:ext cx="685800" cy="640080"/>
          </a:xfrm>
          <a:prstGeom prst="line">
            <a:avLst/>
          </a:prstGeom>
          <a:noFill/>
          <a:ln w="19050">
            <a:solidFill>
              <a:srgbClr val="3A34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61320" y="3429000"/>
            <a:ext cx="685800" cy="-640080"/>
          </a:xfrm>
          <a:prstGeom prst="line">
            <a:avLst/>
          </a:prstGeom>
          <a:noFill/>
          <a:ln w="19050">
            <a:solidFill>
              <a:srgbClr val="3A34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1463040"/>
            <a:ext cx="640080" cy="64008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0" y="2743200"/>
            <a:ext cx="640080" cy="64008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1828800"/>
            <a:ext cx="640080" cy="64008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3108960"/>
            <a:ext cx="640080" cy="64008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47120" y="2468880"/>
            <a:ext cx="640080" cy="64008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 · НЕДЕЛЯ 7 · ГЛУБОКОЕ ОБУЧЕНИЕ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Нейросети: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интуиция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единой формулы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943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13 · 90 минут · Playground + Keras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Playground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Открываем playground.tensorflow.org, нажимаем ▶ и молча смотрим.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между классами постепенно «прорастает» — сеть учится сама.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206240"/>
            <a:ext cx="110029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писал правило «где какой класс». Сеть шаг за шагом подкручивает свои настройки, чтобы ошибаться меньше. Это и есть обучение.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нейрон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23774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5B4FC4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веса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86200" y="237744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8B7DF5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сложить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3484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37744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726680" y="23774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27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772668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2668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/ нет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4480560"/>
            <a:ext cx="110029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 берёт входы, умножает на веса (насколько важен каждый), складывает и решает — сработать или нет.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— ученик, исправляющий ошибки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C255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наугад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95160" y="2148840"/>
            <a:ext cx="4419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случайные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999232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41E42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82112"/>
            <a:ext cx="502920" cy="50292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1363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на ошибку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995160" y="3136392"/>
            <a:ext cx="4419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«где промахнулся»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986784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C25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69664"/>
            <a:ext cx="502920" cy="50292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Подкручивает веса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995160" y="4123944"/>
            <a:ext cx="4419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чуть-чуть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974336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41E42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157216"/>
            <a:ext cx="502920" cy="50292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57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11149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Повторяет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995160" y="5111496"/>
            <a:ext cx="4419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эпох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— один полный проход по всем данным. За много эпох ошибка падает.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KERAS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сеть в 5 строк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6583680" cy="3657600"/>
          </a:xfrm>
          <a:prstGeom prst="roundRect">
            <a:avLst>
              <a:gd name="adj" fmla="val 3000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keras.Sequential([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keras.Input(shape=(2,)),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keras.layers.Dense(8, activation='relu'),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keras.layers.Dense(1, activation='sigmoid'),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 loss=...)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y, epochs=50)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2011680"/>
            <a:ext cx="4236415" cy="3657600"/>
          </a:xfrm>
          <a:prstGeom prst="roundRect">
            <a:avLst>
              <a:gd name="adj" fmla="val 3000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Читается сверху вниз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26680" y="2834640"/>
            <a:ext cx="359633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сколько входов
</a:t>
            </a:r>
            <a:endParaRPr lang="en-US" sz="16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— слой нейронов
</a:t>
            </a:r>
            <a:endParaRPr lang="en-US" sz="16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— сколько раз учиться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 = взвешенная сумма + активация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= много нейронов в слоях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= подстройка весов по эпохам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вручную не пишем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Playground: минимум нейронов для «двух кругов»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сеть, построить кривую обучения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словами: что делает нейрон и что такое эпоха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14: сеть узнаёт рукописные цифры.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2026-07-06T16:47:43Z</dcterms:created>
  <dcterms:modified xsi:type="dcterms:W3CDTF">2026-07-06T16:47:43Z</dcterms:modified>
</cp:coreProperties>
</file>