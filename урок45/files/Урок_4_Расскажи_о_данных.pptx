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Фазы 1. Сначала разбор домашки урока 3 с проектора. Каждый ученик защищает свой датасет. Это завершение блока про данные перед переходом к моделям.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беды данных: пропуски (пустые ячейки, df.isnull().sum()) и выбросы (странные значения, boxplot). Выброс не всегда ошибка — решать аналитику.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3 минуты: откуда датасет, размер, один удививший график. Не всё, а интересное. Потом конкурс на самый необычный инсайт с голосованием.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Фаза 1 закончена: читать, видеть, чистить данные умеем. Мостик: дальше учим модели предсказывать, первый алгоритм уже сегодня. Домашка: чистка, 2 инсайта, подводка к KNN.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6D5D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4 · МИНИ-ПРОЕКТ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Расскажи о данных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ты — дата-аналитик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Перед показом — проверь данные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8288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14884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Пропуски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Пустые ячейки: кто-то не заполнил, датчик не сработал. Если игнорировать — модель будет врать.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480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828800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202996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3524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Выбросы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0" y="2880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Странные значения, выбивающиеся из ряда. Видно на boxplot. Но выброс — не всегда ошибка, иногда это самое интересное!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83680" y="4480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sns.boxplot(x=df['...'])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D5DF6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Твоя защита: 3 минуты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0584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датасет и про что он.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в нём данных (строки, столбцы).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график, который тебя удивил.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3492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2E2A6B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показывай всё — покажи ИНТЕРЕСНОЕ. Так делают аналитики в IT-компаниях.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Фаза 1 пройдена!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097280" y="246888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Ты умеешь читать данные, видеть их на графиках и чистить.</a:t>
            </a:r>
            <a:endParaRPr lang="en-US" sz="2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Но мы пока ничего не предсказывали. Дальше — учим машину делать прогнозы!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1463040" y="4114800"/>
            <a:ext cx="9235440" cy="2011680"/>
          </a:xfrm>
          <a:prstGeom prst="roundRect">
            <a:avLst>
              <a:gd name="adj" fmla="val 5455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737360" y="4297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47548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Очисти свой датасет: реши, что делать с пропусками.
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 2 инсайта из своих данных (по одному предложению).
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Подумай: как угадать категорию нового объекта по похожим на него?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4 — Расскажи о данных</dc:title>
  <dc:subject>PptxGenJS Presentation</dc:subject>
  <dc:creator>PptxGenJS</dc:creator>
  <cp:lastModifiedBy>PptxGenJS</cp:lastModifiedBy>
  <cp:revision>1</cp:revision>
  <dcterms:created xsi:type="dcterms:W3CDTF">2026-06-26T15:36:28Z</dcterms:created>
  <dcterms:modified xsi:type="dcterms:W3CDTF">2026-06-26T15:36:28Z</dcterms:modified>
</cp:coreProperties>
</file>