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Фазы 1. Сегодня каждый защищает мини-проект по своему датасету — показывает всё, чему научился: pandas, numpy, графики. Сначала разберём ТЗ и покажем эталон.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Чёткое ТЗ: датасет 100+ строк, pandas (shape/info/describe + расчёт), numpy (операция над массивом), 3 графика, 2 инсайта, чистка пропусков. Сдают ноутбук + защита.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Дети первый раз с проектом — нужен шаблон, иначе застрянут на первой фразе. 4 слайда: о чём датасет, что узнал, главный график, вывод. Просто иди по шагам.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дидактическая опора: эталон. Покажи на пингвинах, как пройти все 4 шага. Дети первый раз — им нужен образец, иначе не поймут, к чему стремиться.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Чистка — часть подготовки, ДО защиты, а не на дом после. Пропуски (isnull/dropna) и выбросы (boxplot). Если тему не проходили — дать заранее, не в день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Рубрика 3 уровня вместо тревоги: отлично / хорошо / базовый. Ребёнок видит, к чему стремиться. Конкурс инсайтов — это развлечение поверх, а оценка по рубрике.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3 минуты по шаблону. Не всё, а интересное. После всех — голосование за самый необычный инсайт (это развлечение, а не оценка).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Фаза 1 закончена. Мостик: дальше учим модели, KNN уже сегодня. Домашка исправлена: НЕ чистка после защиты, а доработка проекта по фидбэку + подводка к KNN.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 · МИНИ-ПРОЕКТ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Расскажи о данных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ты — дата-аналитик. Финал Фазы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914400" cy="9144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94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Задание на проект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 — отметь каждый пункт: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10515600" cy="566928"/>
          </a:xfrm>
          <a:prstGeom prst="roundRect">
            <a:avLst>
              <a:gd name="adj" fmla="val 9677"/>
            </a:avLst>
          </a:prstGeom>
          <a:solidFill>
            <a:srgbClr val="ECEAFB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148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2148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66160" y="21488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(с Kaggle) или из списка преподавателя · минимум 100 строк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807208"/>
            <a:ext cx="10515600" cy="566928"/>
          </a:xfrm>
          <a:prstGeom prst="roundRect">
            <a:avLst>
              <a:gd name="adj" fmla="val 9677"/>
            </a:avLst>
          </a:prstGeom>
          <a:solidFill>
            <a:srgbClr val="F5F4FF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8072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3040" y="28072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566160" y="28072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shape, info, describe + посчитать что-то через .mean()/.value_counts()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3465576"/>
            <a:ext cx="10515600" cy="566928"/>
          </a:xfrm>
          <a:prstGeom prst="roundRect">
            <a:avLst>
              <a:gd name="adj" fmla="val 9677"/>
            </a:avLst>
          </a:prstGeom>
          <a:solidFill>
            <a:srgbClr val="ECEAFB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4655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63040" y="34655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566160" y="346557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 бы одна операция над массивом: среднее, маска или агрегат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4123944"/>
            <a:ext cx="10515600" cy="566928"/>
          </a:xfrm>
          <a:prstGeom prst="roundRect">
            <a:avLst>
              <a:gd name="adj" fmla="val 9677"/>
            </a:avLst>
          </a:prstGeom>
          <a:solidFill>
            <a:srgbClr val="F5F4FF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1239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463040" y="41239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566160" y="412394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3 разных: гистограмма + scatter + heatmap (matplotlib/seaborn)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22960" y="4782312"/>
            <a:ext cx="10515600" cy="566928"/>
          </a:xfrm>
          <a:prstGeom prst="roundRect">
            <a:avLst>
              <a:gd name="adj" fmla="val 9677"/>
            </a:avLst>
          </a:prstGeom>
          <a:solidFill>
            <a:srgbClr val="ECEAFB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4782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463040" y="47823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Инсайты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3566160" y="47823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2 вывода словами — что интересного нашёл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2960" y="5440680"/>
            <a:ext cx="10515600" cy="566928"/>
          </a:xfrm>
          <a:prstGeom prst="roundRect">
            <a:avLst>
              <a:gd name="adj" fmla="val 9677"/>
            </a:avLst>
          </a:prstGeom>
          <a:solidFill>
            <a:srgbClr val="F5F4FF"/>
          </a:solidFill>
          <a:ln/>
        </p:spPr>
      </p:sp>
      <p:sp>
        <p:nvSpPr>
          <p:cNvPr id="27" name="Text 24"/>
          <p:cNvSpPr/>
          <p:nvPr/>
        </p:nvSpPr>
        <p:spPr>
          <a:xfrm>
            <a:off x="960120" y="5440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463040" y="5440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Чистка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3566160" y="54406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пропуски и решить, что с ними сделать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сдачи: Colab-ноутбук со всеми ячейками + защита на 3 минуты.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94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показать в защите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из 4 шагов — просто иди по нему: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1945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E2A6B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2313432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28800" y="2194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 чём датасет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37760" y="21945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взял, про что он, сколько строк и столбцов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1089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E2A6B"/>
          </a:solidFill>
          <a:ln/>
        </p:spPr>
      </p:sp>
      <p:sp>
        <p:nvSpPr>
          <p:cNvPr id="12" name="Shape 9"/>
          <p:cNvSpPr/>
          <p:nvPr/>
        </p:nvSpPr>
        <p:spPr>
          <a:xfrm>
            <a:off x="1051560" y="3227832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828800" y="3108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узнал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937760" y="31089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интересных факта из данных (через pandas/numpy)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40233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E2A6B"/>
          </a:solidFill>
          <a:ln/>
        </p:spPr>
      </p:sp>
      <p:sp>
        <p:nvSpPr>
          <p:cNvPr id="17" name="Shape 14"/>
          <p:cNvSpPr/>
          <p:nvPr/>
        </p:nvSpPr>
        <p:spPr>
          <a:xfrm>
            <a:off x="1051560" y="4142232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82880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Главный график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937760" y="40233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ОДИН график, который удивил, и объясни его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960" y="49377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E2A6B"/>
          </a:solidFill>
          <a:ln/>
        </p:spPr>
      </p:sp>
      <p:sp>
        <p:nvSpPr>
          <p:cNvPr id="22" name="Shape 19"/>
          <p:cNvSpPr/>
          <p:nvPr/>
        </p:nvSpPr>
        <p:spPr>
          <a:xfrm>
            <a:off x="1051560" y="5056632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23" name="Text 20"/>
          <p:cNvSpPr/>
          <p:nvPr/>
        </p:nvSpPr>
        <p:spPr>
          <a:xfrm>
            <a:off x="1051560" y="5056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828800" y="4937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Вывод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937760" y="4937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итоге понял про эти данные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914400" cy="914400"/>
          </a:xfrm>
          <a:prstGeom prst="ellipse">
            <a:avLst/>
          </a:prstGeom>
          <a:solidFill>
            <a:srgbClr val="FCD3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7315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48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Пример эталонной защиты 🐧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пингвины Антарктиды (penguins)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05740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ECEAF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05740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О чём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200400" y="20574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пингвина, 7 признаков, 3 вида (Adelie, Chinstrap, Gentoo). Размеры клюва, ласт, вес.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5F4F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01752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Что узнал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00400" y="301752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вес ≈ 4200 г (через numpy). Вид Gentoo заметно тяжелее остальных.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397764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ECEAFB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97764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График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200400" y="397764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длина ласт vs вес — чёткая связь, три вида видны как отдельные облака точек.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493776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5F4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93776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Вывод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200400" y="493776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размеру ласт и весу можно почти безошибочно угадать вид пингвина.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так выглядит хорошая защита: коротко, по шаблону, с одним сильным графиком.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Перед защитой — почисти данные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Грязные данные = неверные выводы. Это часть подготовки, а не после неё.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03120"/>
            <a:ext cx="777240" cy="77724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57400" y="2194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Пропуски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Пустые ячейки. Найди их и реши: удалить строки или заполнить.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0312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543800" y="2194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Выбросы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Странные значения вне общего ряда. Видно на boxplot. Но выброс — не всегда ошибка!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sns.boxplot(x=df['...'])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Если эту тему ещё не проходили — разбери ДО мини-проекта, на отдельном занятии.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оценивается проект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F5F4FF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8288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Отлично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155448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датасет · 3+ графика · 2+ инсайта · данные почищены · ясная защита по шаблону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F5F4FF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2461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CD34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Хорошо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97180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есть · 2–3 графика · 1 инсайт · защита с подсказками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38912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F5F4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46634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663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Базовый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438912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открыт · 1 график · описание данных без глубоких выводов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Время защищать!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— 3 минуты по шаблону из 4 шагов.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показывай всё — покажи ИНТЕРЕСНОЕ.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Слушаем друг друга и задаём вопросы.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50468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5349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Конкурс: голосуем за самый необычный инсайт класса!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Фаза 1 пройдена! 🎉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Ты умеешь читать данные, видеть их на графиках, чистить и рассказывать о них.</a:t>
            </a:r>
            <a:endParaRPr lang="en-US" sz="2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Дальше — учим машину делать предсказания. Первый алгоритм уже сегодня!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1463040" y="4023360"/>
            <a:ext cx="9235440" cy="2103120"/>
          </a:xfrm>
          <a:prstGeom prst="roundRect">
            <a:avLst>
              <a:gd name="adj" fmla="val 5217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663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Доработай проект по обратной связи с защиты.
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2 инсайта из своих данных одним предложением каждый.
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Подумай: как угадать категорию нового объекта по похожим на него? (это нам пригодится)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4 — Мини-проект</dc:title>
  <dc:subject>PptxGenJS Presentation</dc:subject>
  <dc:creator>PptxGenJS</dc:creator>
  <cp:lastModifiedBy>PptxGenJS</cp:lastModifiedBy>
  <cp:revision>1</cp:revision>
  <dcterms:created xsi:type="dcterms:W3CDTF">2026-06-26T16:04:09Z</dcterms:created>
  <dcterms:modified xsi:type="dcterms:W3CDTF">2026-06-26T16:04:09Z</dcterms:modified>
</cp:coreProperties>
</file>