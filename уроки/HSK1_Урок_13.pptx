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他在学做中国菜呢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Tā zài xué zuò Zhōngguó cài ne — «Он учится готовить китайскую еду»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Продолженное действие 在…呢 · глаголы деятельности · частицы 也 и 吧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Продолженное действие — 在 … 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zài kàn diànshì ne. — Он смотрит телевизор.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Глаголы деятельности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看电视 · 打电话 · 睡觉 · 学习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Частица 也 (yě) — «тоже»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也 会 写 汉字。 — Я тоже умею писать иероглифы.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Частица 吧 (ba) — предложение / согласие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 走 吧! — Пойдём же!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(делает)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xuéxí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看电视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kàn diànshì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ТВ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打电话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dǎ diànhuà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звонить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睡觉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shuì jiào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спать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喜欢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xǐhuan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нравиться / любить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饭店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fàndiàn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也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тоже / также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吧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(давай…)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Продолженное действие — 在 … 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перед глаголом + 呢 в конце = «сейчас происходит» (как английское -ing).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+ 在 + глагол + … + 呢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在 看 电视 呢。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0" y="32918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zài kàn diànshì ne.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(сейчас) смотрит телевизор.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学 做 中国 菜 呢。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26480" y="42245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zài xué zuò Zhōngguó cài ne.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учусь готовить китайскую еду.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妈妈 在 打 电话 呢。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Māma zài dǎ diànhuà ne.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Мама разговаривает по телефону.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Глаголы деятельности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часто делают — эти сочетания хорошо подходят к 在…呢.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 电视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kàn diànshì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ТВ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 电话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1071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dǎ diànhuà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02152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звонить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睡 觉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81344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shuì jiào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72784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спать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学习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5197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xuéxí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43416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учиться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喜欢 (xǐhuan) «нравиться» + глагол: 我 喜欢 看 电视。 — Мне нравится смотреть ТВ.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Частицы 也 (yě) и 吧 (ba)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也 — «тоже»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 ставится ПЕРЕД глаголом,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конце, как в русском.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也 是 学生。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yě shì xuésheng.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тоже студент.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吧 — предложение / согласие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吧 в конце смягчает: предлагает,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советует или соглашается.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我们 走 吧!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Wǒmen zǒu ba! — Пойдём же!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 吧。 Hǎo ba. — Ну ладно.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弟弟 在 做 什么 呢?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dìdi zài zuò shénme ne?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сейчас делает твой брат?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在 学 做 中国 菜 呢。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zài xué zuò Zhōngguó cài ne.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учится готовить китайскую еду.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也 喜欢 中国 菜。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yě xǐhuan Zhōngguó cài.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тоже нравится китайская еда.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那 我们 一起 吃 吧!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 wǒmen yìqǐ chī ba!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Тогда давай поедим вместе!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13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знак 日, пары похожих знаков и радикалы 日 (солнце) и 目 (глаз).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солнце / день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путай!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606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 gōng (работа) — 干 gàn (делать)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— верхняя черта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吗 ma (частица) — 妈 mā (мама)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— радикал слева (口 / 女)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Радикалы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0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 солнце: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明 (светлый), 时 (время), 晚 (вечер)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 глаз: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 (смотреть), 睡 (спать), 眼 (глаз)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Сделай действие продолженным: 他 看 电视 → 他 在 看 电视 呢。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«тоже»: 我 (   ) 是 学生。 → 也 (yě).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Смягчи предложение: 我们 走 → 我们 走 吧!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在 做 什么 呢? — расскажи, что делаешь.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путай: 工 / 干 и 吗 / 妈 — назови разницу.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13: продолженное действие 在…呢 · глаголы деятельности · частицы 也 и 吧 · иероглиф 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13</dc:title>
  <dc:subject>PptxGenJS Presentation</dc:subject>
  <dc:creator>HSK teaching deck</dc:creator>
  <cp:lastModifiedBy>HSK teaching deck</cp:lastModifiedBy>
  <cp:revision>1</cp:revision>
  <dcterms:created xsi:type="dcterms:W3CDTF">2026-07-05T16:19:22Z</dcterms:created>
  <dcterms:modified xsi:type="dcterms:W3CDTF">2026-07-05T16:19:22Z</dcterms:modified>
</cp:coreProperties>
</file>