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E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标准教程 · HSK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Урок 7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今天几号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4023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Jīntiān jǐ hào — «Какое сегодня число?»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D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月 号 · дни недели 星期 · вчера / сегодня / завтра · предложения без 是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Что мы изучим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27632"/>
            <a:ext cx="566928" cy="566928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27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5361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Дата — 月 (месяц) + 号 (число)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月 31 号 — 31 сентября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83464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Дни недели — 星期 (xīngqī)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37360" y="317296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星期一 … 星期六 · 星期天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85616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0416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天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39502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Вчера / сегодня / завтра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737360" y="437997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昨天 · 今天 · 明天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992624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5248656"/>
            <a:ext cx="566928" cy="566928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486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是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515721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Даты без глагола 是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737360" y="55869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 (是) 星期一。 — 是 можно опустить.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Новые слова (生词)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jīntiān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昨天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zuótiān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вчера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明天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381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míngtiān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завтра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月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号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4805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805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(даты)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9552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381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星期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1381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xīngqī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381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/ день недели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几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229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jǐ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/ какой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2976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805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去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4805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qù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4805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идти / ехать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9552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381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吃饭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81381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chī fàn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1381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есть, кушать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Как назвать дату — 月 и 号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месяц (число + 月), потом день (число + 号). Порядок — от большего к меньшему.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число + 月  +  число + 号</a:t>
            </a:r>
            <a:endParaRPr lang="en-US" sz="24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                          день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291840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八 月 五 号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126480" y="3291840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bā yuè wǔ hào   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августа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22452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224528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十 月 一 号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126480" y="4224528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shí yuè yī hào   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октября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15721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5157216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 几 月 几 号?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26480" y="5157216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Jīntiān jǐ yuè jǐ hào?   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Какое сегодня число?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Дни недели — 星期 (xīngqī)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星期 + число (1–6). Воскресенье — особое: 星期天 или 星期日.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385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星期一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4871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xīngqī yī  ·  понедельник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9385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星期二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480560" y="24871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xīngqī èr  ·  вторник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182880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38160" y="19385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星期三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138160" y="24871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xīngqī sān  ·  среда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090672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2004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星期四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xīngqī sì  ·  четверг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3090672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32004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星期五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480560" y="3749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xīngqī wǔ  ·  пятница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55280" y="3090672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38160" y="32004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星期六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138160" y="3749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xīngqī liù  ·  суббота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352544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46227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星期天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22960" y="50109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xīngqī tiān  ·  воскресенье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Даты без глагола 是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датами, днями недели и возрастом глагол 是 часто опускают.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Вчера / сегодня / завтра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昨天 zuótiān — вчера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 jīntiān — сегодня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明天 míngtiān — завтра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Предложения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269748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 星期一。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Jīntiān xīngqī yī. — Сегодня понедельник.</a:t>
            </a:r>
            <a:endParaRPr lang="en-US" sz="2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明天 八 月 六 号。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Míngtiān bā yuè liù hào. — Завтра 6 августа.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отрицании 是 вернуть обязательно: 今天 不 是 星期一。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Типовой диалог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 几 月 几 号?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Jīntiān jǐ yuè jǐ hào?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Какое сегодня число?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724912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249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587752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 八 月 五 号。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Jīntiān bā yuè wǔ hào.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5 августа.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3895344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953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758184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 星期 几?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Jīntiān xīngqī jǐ?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сегодня день недели?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5065776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657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928616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 星期六。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Jīntiān xīngqī liù.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суббота.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Иероглифы урока 7 (汉字)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Независимые знаки и радикалы 氵 (вода) и 讠 (речь).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</a:t>
            </a:r>
            <a:endParaRPr lang="en-US" sz="92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15968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15968" y="214884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五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4315968" y="3794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wǔ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15968" y="4389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991856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91856" y="214884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书</a:t>
            </a:r>
            <a:endParaRPr lang="en-US" sz="9200" dirty="0"/>
          </a:p>
        </p:txBody>
      </p:sp>
      <p:sp>
        <p:nvSpPr>
          <p:cNvPr id="14" name="Text 12"/>
          <p:cNvSpPr/>
          <p:nvPr/>
        </p:nvSpPr>
        <p:spPr>
          <a:xfrm>
            <a:off x="7991856" y="3794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shū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991856" y="4389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книга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Радикалы: 氵 в 海 (море), 河 (река); 讠 в 说 (говорить), 谁 (кто) — подсказывают смысл.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Проверь себя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по мотивам упражнений учебника.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Скажи дату «1 октября» → 十 月 一 号.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9806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633472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Спроси день недели: 今天 星期 (   )? → 几 (jǐ).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69417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529584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Расставь: 明天 · 昨天 · 今天 по времени (вчера→сегодня→завтра).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590288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425696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Ответь: 今天 几 号? — назови сегодняшнюю дату.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5321808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486400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321808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Найди радикал воды: 海 · 说 · 河 · 谁. → 海, 河 (氵).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389120"/>
            <a:ext cx="3657600" cy="36576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再见!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68680" y="3474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Zàijiàn! — До встречи!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4389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 7: дата 月 号 · дни недели 星期 · 昨天/今天/明天 · даты без 是 · иероглифы 四 五 书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HSK 1 — Урок 7</dc:title>
  <dc:subject>PptxGenJS Presentation</dc:subject>
  <dc:creator>HSK teaching deck</dc:creator>
  <cp:lastModifiedBy>HSK teaching deck</cp:lastModifiedBy>
  <cp:revision>1</cp:revision>
  <dcterms:created xsi:type="dcterms:W3CDTF">2026-07-05T16:01:24Z</dcterms:created>
  <dcterms:modified xsi:type="dcterms:W3CDTF">2026-07-05T16:01:24Z</dcterms:modified>
</cp:coreProperties>
</file>