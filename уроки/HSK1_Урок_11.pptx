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11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现在几点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Xiànzài jǐ diǎn — «Который сейчас час?»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点 · минуты 分 · время суток · 两点 · 现在几点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Часы — 点 (diǎn)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八 点 — 8 часов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Минуты — 分 (fēn)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八 点 十 分 — 8:10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Время суток — 上午 · 中午 · 下午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 · полдень · день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«сколько времени?» — 现在几点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Xiànzài jǐ diǎn? — Который сейчас час?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xiànzài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点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diǎn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(времени)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fēn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时间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shíjiān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上午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shàngwǔ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полудня, утро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中午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zhōngwǔ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полдень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下午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xiàwǔ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полудня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回家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huí jiā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возвращаться домой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住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zhù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жить, проживать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Как назвать время — 点 и 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часы (число + 点), потом минуты (число + 分).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число + 点  +  число + 分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                           минуты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八 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0" y="329184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bā diǎn    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八 点 十 分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0" y="4224528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bā diǎn shí fēn    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8:10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九 点 三十 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5157216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jiǔ diǎn sānshí fēn    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Важные детали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 点, а не 二 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«2 часа» — 两 点 (liǎng diǎn),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со счётным словом.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 点 — верно,  二 点 — нет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минуты: 二十 分 (обычное 二)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Время суток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上午 shàngwǔ — утро (до полудня)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中午 zhōngwǔ — полдень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下午 xiàwǔ — день (после полудня)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Ставится ПЕРЕД временем: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下午 三 点 — 3 часа дня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Вопрос «сколько времени?» — 现在几点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 (сколько) на месте часов. Глагол 是 обычно опускают.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 几 点?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Xiànzài jǐ diǎn?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 сейчас час?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 两 点 十 分。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Xiànzài liǎng diǎn shí fēn.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2 часа 10 минут.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действие: 你 几 点 回家? — Во сколько ты идёшь домой? (几点 перед глаголом)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 几 点?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Xiànzài jǐ diǎn?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 сейчас час?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 中午 十二 点。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Xiànzài zhōngwǔ shí'èr diǎn.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полдень, 12 часов.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几 点 回家?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jǐ diǎn huí jiā?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сколько ты идёшь домой?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下午 六 点 回家。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Xiàwǔ liù diǎn huí jiā.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Домой в 6 часов вечера.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11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знаки и радикалы 阝 (холм/город) и 亻 (человек).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午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полдень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电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4343400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diàn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43400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электричество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0100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Радикалы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75320" y="26060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阝 холм / город:</a:t>
            </a:r>
            <a:endParaRPr lang="en-US" sz="17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院 (двор), 阳 (солнце)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亻 человек:</a:t>
            </a:r>
            <a:endParaRPr lang="en-US" sz="17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(ты), 他 (он), 住 (жить)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Запиши время 9:30 → 九 点 三十 分.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Исправь: 二 点 → 两 点 (для «2 часа»).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Спроси время: 现在 (   ) 点? → 几 (jǐ).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Ответь: 你 几 点 回家? — назови своё время.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 радикал человека: 你 · 院 · 住 · 阳. → 你, 住 (亻).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11: часы 点 · минуты 分 · 两点 · время суток 上午/中午/下午 · 现在几点 · иероглифы 午 电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11</dc:title>
  <dc:subject>PptxGenJS Presentation</dc:subject>
  <dc:creator>HSK teaching deck</dc:creator>
  <cp:lastModifiedBy>HSK teaching deck</cp:lastModifiedBy>
  <cp:revision>1</cp:revision>
  <dcterms:created xsi:type="dcterms:W3CDTF">2026-07-05T16:13:33Z</dcterms:created>
  <dcterms:modified xsi:type="dcterms:W3CDTF">2026-07-05T16:13:33Z</dcterms:modified>
</cp:coreProperties>
</file>