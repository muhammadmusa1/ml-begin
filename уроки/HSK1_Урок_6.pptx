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E6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标准教程 · HSK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Урок 6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我会说汉语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4023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Wǒ huì shuō Hànyǔ — «Я умею говорить по-китайски»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D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Модальный глагол 会 · действия 说 写 读 做 · языки · вопрос 怎么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Что мы изучим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27632"/>
            <a:ext cx="566928" cy="566928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27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会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5361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Модальный глагол 会 (huì) — «уметь»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huì shuō Hànyǔ. — Я умею говорить по-китайски.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83464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4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2743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Глаголы действия: 说 · 写 · 读 · 做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37360" y="317296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говорить · писать · читать · делать/готовить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785616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0416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语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37360" y="39502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Названия языков: 汉语 · 英语 · 法语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737360" y="437997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китайский · английский · французский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992624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5248656"/>
            <a:ext cx="566928" cy="566928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2486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怎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515721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«как?» — 怎么 (zěnme)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737360" y="55869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Zhège zì zěnme dú? — Как читается этот иероглиф?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Новые слова (生词)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会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huì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уметь (научившись)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说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805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говорить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写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381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xiě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381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писать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读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читать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976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做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4805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zuò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805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делать / готовить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9552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381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汉语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1381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Hànyǔ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381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китайский язык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英语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229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Yīngyǔ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английский язык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2976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805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菜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4805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4805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блюдо / еда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9552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1381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怎么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81381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zěnme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1381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/ каким образом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Модальный глагол 会 (huì) — «уметь»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 = уметь то, чему научился (язык, готовка, вождение). Ставится перед основным глаголом.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+ 会 + глагол + …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291840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会 说 汉语。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943600" y="3291840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huì shuō Hànyǔ.   </a:t>
            </a:r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умею говорить по-китайски.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22452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224528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他 会 做 中国 菜。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943600" y="4224528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Tā huì zuò Zhōngguó cài.   </a:t>
            </a:r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умеет готовить китайскую еду.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15721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5157216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不 会 写 这个 字。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943600" y="5157216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bú huì xiě zhège zì.   </a:t>
            </a:r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не умею писать этот иероглиф.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Глаголы действия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 глаголы часто идут после 会 — что именно ты умеешь.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说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говорить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0712" y="18288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0712" y="21488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写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3410712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xiě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02152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писать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81344" y="18288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81344" y="21488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读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6181344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72784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читать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951976" y="18288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51976" y="21488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做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8951976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zuò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43416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делать / готовить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我 会 读, 也 会 写。 Wǒ huì dú, yě huì xiě. — Я умею и читать, и писать.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Языки и вопрос «как?» — 怎么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72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Названия языков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汉语  </a:t>
            </a:r>
            <a:pPr indent="0" marL="0">
              <a:buNone/>
            </a:pPr>
            <a:r>
              <a:rPr lang="en-US" sz="17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Hànyǔ  ·  китайский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英语  </a:t>
            </a:r>
            <a:pPr indent="0" marL="0">
              <a:buNone/>
            </a:pPr>
            <a:r>
              <a:rPr lang="en-US" sz="17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Yīngyǔ  ·  английский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法语  </a:t>
            </a:r>
            <a:pPr indent="0" marL="0">
              <a:buNone/>
            </a:pPr>
            <a:r>
              <a:rPr lang="en-US" sz="17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Fǎyǔ  ·  французский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572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怎么 (zěnme)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46520" y="21488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这个 字 怎么 读?</a:t>
            </a:r>
            <a:endParaRPr lang="en-US" sz="2400" dirty="0"/>
          </a:p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Zhège zì zěnme dú?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читается этот иероглиф?</a:t>
            </a:r>
            <a:endParaRPr lang="en-US" sz="24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怎么 说?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Zěnme shuō? — Как сказать?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 ставится перед глаголом и спрашивает о способе действия.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Типовой диалог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41732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会 说 汉语 吗?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huì shuō Hànyǔ ma?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умеешь говорить по-китайски?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724912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249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587752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会, 我 会 说 一点儿。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Huì, wǒ huì shuō yìdiǎnr.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Умею, немного говорю.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3895344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953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758184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这个 菜 你 会 做 吗?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Zhège cài nǐ huì zuò ma?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это блюдо ты умеешь готовить?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5065776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0657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928616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 会, 我 妈妈 会 做。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 huì, wǒ māma huì zuò.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Нет, готовить умеет моя мама.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Иероглифы урока 6 (汉字)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Учим порядок черт независимых знаков.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东</a:t>
            </a:r>
            <a:endParaRPr lang="en-US" sz="92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dōng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восток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15968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15968" y="214884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4315968" y="37947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315968" y="4389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991856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91856" y="214884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西</a:t>
            </a:r>
            <a:endParaRPr lang="en-US" sz="9200" dirty="0"/>
          </a:p>
        </p:txBody>
      </p:sp>
      <p:sp>
        <p:nvSpPr>
          <p:cNvPr id="14" name="Text 12"/>
          <p:cNvSpPr/>
          <p:nvPr/>
        </p:nvSpPr>
        <p:spPr>
          <a:xfrm>
            <a:off x="7991856" y="37947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xī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991856" y="4389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запад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Черты урока: 撇折 (piězhé), 斜钩 (xiégōu) и 提 (tí) — знак 我 сочетает сразу несколько.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Проверь себя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 по мотивам упражнений учебника.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01952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Вставь глагол: 我 (   ) 说 汉语。 → 会 (huì).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79806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633472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Скажи «Я умею готовить китайскую еду» → 我 会 做 中国 菜。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69417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94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529584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Задай вопрос: 这个 字 (   ) 读? → 怎么 (zěnme).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590288"/>
            <a:ext cx="457200" cy="45720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90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425696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Ответь: 你 会 说 英语 吗? — расскажи, что умеешь.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5321808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486400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321808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Найди лишнее по смыслу: 说 · 写 · 读 · 家.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389120"/>
            <a:ext cx="3657600" cy="36576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再见!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68680" y="3474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Zàijiàn! — До встречи!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4389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 6: модальный глагол 会 · 说 写 读 做 · языки 汉语/英语/法语 · вопрос 怎么 · иероглифы 东 我 西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HSK 1 — Урок 6</dc:title>
  <dc:subject>PptxGenJS Presentation</dc:subject>
  <dc:creator>HSK teaching deck</dc:creator>
  <cp:lastModifiedBy>HSK teaching deck</cp:lastModifiedBy>
  <cp:revision>1</cp:revision>
  <dcterms:created xsi:type="dcterms:W3CDTF">2026-07-05T15:58:30Z</dcterms:created>
  <dcterms:modified xsi:type="dcterms:W3CDTF">2026-07-05T15:58:30Z</dcterms:modified>
</cp:coreProperties>
</file>