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10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我能坐这儿吗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Wǒ néng zuò zhèr ma — «Можно мне здесь сесть?»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Модальный глагол 能 · вежливое 请 · 能 vs 会 · места 这儿 / 那儿 / 里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Модальный глагол 能 (néng) — «мочь / можно»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néng zuò zhèr ma? — Можно мне здесь сесть?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Вежливая просьба 请 (qǐng)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 坐 · 请 喝 茶 — садитесь · пейте чай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 vs 会 — «мочь» и «уметь»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 — навык, 能 — возможность / разрешение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Место: 这儿 · 那儿 · 里 (внутри)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学校 里 有 商店。 — В школе есть магазин.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мочь / можно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сидеть / садиться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qǐng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пожалуйста / просить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这儿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zhèr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那儿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там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里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lǐ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电脑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diànnǎo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和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/ с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好吃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hǎochī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вкусный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Модальный глагол 能 (néng) — «мочь / можно»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 выражает возможность или разрешение. Ставится перед глаголом. Отрицание — 不能.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+ 能 + глагол + … + 吗?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能 坐 这儿 吗?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43600" y="329184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néng zuò zhèr ma?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мне здесь сесть?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能, 请 坐。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943600" y="422452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Néng, qǐng zuò.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Можно, садитесь.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 我 不 能 去。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943600" y="5157216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Jīntiān wǒ bù néng qù.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я не могу пойти.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能 (néng) или 会 (huì)?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переводятся как «мочь», но выбор зависит от смысла.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会 — навык (научился)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会 说 汉语。</a:t>
            </a:r>
            <a:endParaRPr lang="en-US" sz="2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huì shuō Hànyǔ.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умею говорить по-китайски.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приобретённое умение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 — возможность / разрешение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6060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能 坐 这儿 吗?</a:t>
            </a:r>
            <a:endParaRPr lang="en-US" sz="22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néng zuò zhèr ma?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мне здесь сесть?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разрешение или физическая возможность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Вежливое 请 и место 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 (qǐng) — «пожалуйста»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 + глагол = вежливая просьба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 坐。 Qǐng zuò. — Садитесь.</a:t>
            </a:r>
            <a:endParaRPr lang="en-US" sz="15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请 喝 茶。 Qǐng hē chá.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Пейте чай, пожалуйста.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请问 … Qǐngwèn … — Позвольте спросить 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里 (lǐ) — «внутри»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+ 里 = внутри места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学校 里 有 商店。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Xuéxiào lǐ yǒu shāngdiàn.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школе есть магазин.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 сверху · 下 снизу · 里 внутри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好, 我 能 坐 这儿 吗?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hǎo, wǒ néng zuò zhèr ma?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Здравствуйте, можно мне здесь сесть?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能, 请 坐。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Néng, qǐng zuò.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Можно, садитесь.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谢谢! 这儿 的 菜 好吃 吗?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Xièxie! Zhèr de cài hǎochī ma?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Здесь вкусная еда?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很 好吃, 请 喝 茶。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Hěn hǎochī, qǐng hē chá.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вкусная, выпейте чаю.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10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Знаки направления и радикалы 囗 (ограда) и 礻 (ритуал).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shàng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/ вверх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10712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3410712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02152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 / вниз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81344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6181344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2784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/ том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51976" y="18288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51976" y="210312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末</a:t>
            </a:r>
            <a:endParaRPr lang="en-US" sz="7800" dirty="0"/>
          </a:p>
        </p:txBody>
      </p:sp>
      <p:sp>
        <p:nvSpPr>
          <p:cNvPr id="18" name="Text 16"/>
          <p:cNvSpPr/>
          <p:nvPr/>
        </p:nvSpPr>
        <p:spPr>
          <a:xfrm>
            <a:off x="8951976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43416" y="4114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конец / кончик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Радикалы: 囗 в 国 (страна), 图 (рисунок); 礻 в 礼 (этикет), 视 (смотреть) — 本 и 末 отличает высота черты.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глагол: 我 (   ) 坐 这儿 吗? → 能 (néng).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 или 会: 我 (   ) 说 汉语 (умение). → 会 (huì).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Сделай просьбу вежливой: 坐 → 请 坐。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Скажи «В школе есть магазин» → 学校 里 有 商店。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радикал ограды: 国 · 礼 · 图 · 视. → 国, 图 (囗).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10: модальный глагол 能 · вежливое 请 · 能 vs 会 · место 里 · иероглифы 上 下 本 末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10</dc:title>
  <dc:subject>PptxGenJS Presentation</dc:subject>
  <dc:creator>HSK teaching deck</dc:creator>
  <cp:lastModifiedBy>HSK teaching deck</cp:lastModifiedBy>
  <cp:revision>1</cp:revision>
  <dcterms:created xsi:type="dcterms:W3CDTF">2026-07-05T16:10:32Z</dcterms:created>
  <dcterms:modified xsi:type="dcterms:W3CDTF">2026-07-05T16:10:32Z</dcterms:modified>
</cp:coreProperties>
</file>