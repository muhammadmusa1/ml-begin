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12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明天天气怎么样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Míngtiān tiānqì zěnmeyàng — «Какая завтра будет погода?»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Погода 天气 · вопрос 怎么样 · конструкция 太…了 · прилагательные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Погода — 天气 (tiānqì)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下雨 · 热 · 冷 — дождь · жарко · холодно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«каков / как?» — 怎么样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Tiānqì zěnmeyàng? — Какая погода?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Конструкция 太…了 — «слишком»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 热 了! — Слишком жарко!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好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Оценки: 很好 · 不太好 · 太好了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很好 хорошо · 太好了 отлично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tiānqì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погода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怎么样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zěnmeyàng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/ каков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下雨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 yǔ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идёт дождь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热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жарко / горячо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冷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lěng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холодно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太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身体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shēntǐ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/ здоровье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爱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любить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些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xiē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/ немного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Вопрос «каков / как?» — 怎么样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怎么样 спрашивает об оценке или состоянии. Ставится в конце предложения.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+ 怎么样?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明天 天气 怎么样?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126480" y="329184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Míngtiān tiānqì zěnmeyàng?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завтра погода?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这个 菜 怎么样?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126480" y="4224528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Zhège cài zěnmeyàng?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блюдо?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身体 怎么样?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126480" y="515721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shēntǐ zěnmeyàng?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твоё здоровье?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Конструкция 太…了 и погода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太 … 了 — «слишком»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 + прилагательное + 了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太 热 了! Tài rè le! — Слишком жарко!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太 冷 了! Tài lěng le! — Слишком холодно!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太 好 了! Tài hǎo le! — Отлично!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Слова о погоде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2194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下雨  </a:t>
            </a:r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 yǔ  ·  идёт дождь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2926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热  </a:t>
            </a:r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  ·  жарко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36576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冷  </a:t>
            </a:r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lěng  ·  холодно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好  </a:t>
            </a:r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hǎo  ·  хорошая (погода)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Шкала оценок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ответить на вопрос 怎么样 — от «отлично» до «плохо».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94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太好了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hǎo 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отлично!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194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很好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10712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hěn hǎo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10712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81344" y="2194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不太好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81344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 tài hǎo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81344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очень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51976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51976" y="2194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不好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95197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 hǎo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51976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 (hěn) «очень» перед прилагательным часто просто соединяет, а не усиливает: 很好 = «хорошо».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明天 天气 怎么样?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Míngtiān tiānqì zěnmeyàng?</a:t>
            </a:r>
            <a:endParaRPr lang="en-US" sz="23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завтра погода?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明天 下雨, 太 冷 了。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Míngtiān xià yǔ, tài lěng le.</a:t>
            </a:r>
            <a:endParaRPr lang="en-US" sz="23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Завтра дождь, слишком холодно.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呢?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Jīntiān ne?</a:t>
            </a:r>
            <a:endParaRPr lang="en-US" sz="23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сегодня?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很 好, 不 冷 不 热。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Jīntiān hěn hǎo, bù lěng bú rè.</a:t>
            </a:r>
            <a:endParaRPr lang="en-US" sz="23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хорошо, не холодно и не жарко.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12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знак 天, пары похожих знаков и радикалы 女 (женщина) и 饣 (еда).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tiān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 / день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0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путай!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0" y="26060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 dà (большой) — 太 tài (слишком)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— точка внизу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 xiǎo (маленький) — 少 shǎo (мало)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— черта сверху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63840" y="182880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Радикалы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38160" y="26060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 женщина: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妈 (мама), 好 (хорошо), 姐 (сестра)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饣 еда: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饭 (рис), 饿 (голодный)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Спроси о погоде: 明天 天气 (   )? → 怎么样.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Собери «слишком жарко»: 太 · 热 · 了 → 太 热 了!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Расставь по силе: 不好 · 太好了 · 很好 · 不太好.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Ответь: 你 身体 怎么样? — оцени своё состояние.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путай: 大 / 太 и 小 / 少 — назови разницу.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12: погода 天气 · вопрос 怎么样 · конструкция 太…了 · шкала оценок · иероглиф 天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12</dc:title>
  <dc:subject>PptxGenJS Presentation</dc:subject>
  <dc:creator>HSK teaching deck</dc:creator>
  <cp:lastModifiedBy>HSK teaching deck</cp:lastModifiedBy>
  <cp:revision>1</cp:revision>
  <dcterms:created xsi:type="dcterms:W3CDTF">2026-07-05T16:16:19Z</dcterms:created>
  <dcterms:modified xsi:type="dcterms:W3CDTF">2026-07-05T16:16:19Z</dcterms:modified>
</cp:coreProperties>
</file>