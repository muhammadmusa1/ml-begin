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标准教程 · HSK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Урок 14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她买了不少衣服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Tā mǎile bùshǎo yīfu — «Она купила немало одежды»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D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Частица 了 · отрицание прошлого 没(有) · 都 «все» · количество 不少 / 一点儿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мы изучим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27632"/>
            <a:ext cx="566928" cy="566928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了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5361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Частица завершённости 了 (le)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她 买 了 衣服。 — Она купила одежду.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83464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Отрицание прошлого — 没(有)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37360" y="317296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 没 买 衣服。 — Я не покупал одежду.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85616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0416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都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39502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Слово 都 (dōu) — «все / всё»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37360" y="437997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 都 是 学生。 — Мы все студенты.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992624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5248656"/>
            <a:ext cx="566928" cy="566928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48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少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15721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Количество: 不少 · 一点儿 · 多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37360" y="55869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不少 немало · 一点儿 немного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Новые слова (生词)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衣服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yīfu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одежда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了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частица (свершилось)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不少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381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bùshǎo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немало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都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dōu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/ всё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漂亮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805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piàoliang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красивый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552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381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回来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381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huílai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381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возвращаться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看见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229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kànjiàn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увидеть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2976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小姐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4805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xiǎojiě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805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девушка / госпожа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9552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381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苹果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1381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píngguǒ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1381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яблоко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Частица завершённости 了 (le)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 после глагола показывает, что действие уже совершилось.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кто + глагол + 了 + …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29184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她 买 了 不少 衣服。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126480" y="3291840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mǎile bùshǎo yīfu.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 купила немало одежды.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2452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224528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吃 了 饭。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126480" y="4224528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chīle fàn.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поел.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15721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157216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他 回来 了。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126480" y="5157216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huílai le.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вернулся.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Отрицание прошлого — 没(有)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«не сделал» используют 没(有), а НЕ 不. При этом 了 убирается.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Утверждение (了)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买 了 衣服。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mǎile yīfu.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купил одежду.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Отрицание (没有, без 了)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6517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没(有) 买 衣服。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méi(yǒu) mǎi yīfu.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не покупал одежду.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Запомни: 不 — про настоящее/будущее и привычки, 没(有) — про то, что не произошло.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Слово 都 и количество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都 (dōu) — «все / всё»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 ставится ПЕРЕД глаголом,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того, о ком речь.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我们 都 是 学生。</a:t>
            </a:r>
            <a:endParaRPr lang="en-US" sz="1500" dirty="0"/>
          </a:p>
          <a:p>
            <a:pPr indent="0" marL="0">
              <a:buNone/>
            </a:pPr>
            <a:r>
              <a:rPr lang="en-US" sz="14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Wǒmen dōu shì xuésheng.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все студенты.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4652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— много или мало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46520" y="2194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很多  </a:t>
            </a:r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hěn duō  ·  очень много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29077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不少  </a:t>
            </a:r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bùshǎo  ·  немало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46520" y="36210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一点儿  </a:t>
            </a:r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yìdiǎnr  ·  немного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46520" y="433425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很少  </a:t>
            </a:r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hěn shǎo  ·  очень мало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Типовой диалог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今天 买 了 什么?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jīntiān mǎile shénme?</a:t>
            </a:r>
            <a:endParaRPr lang="en-US" sz="2100" dirty="0"/>
          </a:p>
          <a:p>
            <a:pPr indent="0" marL="0">
              <a:buNone/>
            </a:pPr>
            <a:r>
              <a:rPr lang="en-US" sz="14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ты сегодня купил?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24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587752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买 了 不少 衣服。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mǎile bùshǎo yīfu.</a:t>
            </a:r>
            <a:endParaRPr lang="en-US" sz="2100" dirty="0"/>
          </a:p>
          <a:p>
            <a:pPr indent="0" marL="0">
              <a:buNone/>
            </a:pPr>
            <a:r>
              <a:rPr lang="en-US" sz="14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купил немало одежды.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40080" y="3895344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953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7581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漂亮 吗? 我 还 没 买 衣服。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Piàoliang ma? Wǒ hái méi mǎi yīfu.</a:t>
            </a:r>
            <a:endParaRPr lang="en-US" sz="2100" dirty="0"/>
          </a:p>
          <a:p>
            <a:pPr indent="0" marL="0">
              <a:buNone/>
            </a:pPr>
            <a:r>
              <a:rPr lang="en-US" sz="14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Красивая? Я ещё не покупал одежду.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0080" y="5065776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65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928616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很 漂亮, 我们 一起 去 看看 吧!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Hěn piàoliang, wǒmen yìqǐ qù kànkan ba!</a:t>
            </a:r>
            <a:endParaRPr lang="en-US" sz="2100" dirty="0"/>
          </a:p>
          <a:p>
            <a:pPr indent="0" marL="0">
              <a:buNone/>
            </a:pPr>
            <a:r>
              <a:rPr lang="en-US" sz="14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Очень красивая, пойдём посмотрим вместе!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Иероглифы урока 14 (汉字)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Независимые знаки и радикалы 月 (тело / плоть) и 扌 (рука).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开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kāi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открывать / вести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15968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车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4315968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07408" y="438912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991856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91856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回</a:t>
            </a:r>
            <a:endParaRPr lang="en-US" sz="9200" dirty="0"/>
          </a:p>
        </p:txBody>
      </p:sp>
      <p:sp>
        <p:nvSpPr>
          <p:cNvPr id="14" name="Text 12"/>
          <p:cNvSpPr/>
          <p:nvPr/>
        </p:nvSpPr>
        <p:spPr>
          <a:xfrm>
            <a:off x="7991856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huí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083296" y="438912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возвращаться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" y="516636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Радикалы: 月 в 服 (одежда), 肚 (живот); 扌 в 打 (бить/звонить), 抓 (хватать) — 开车 = «вести машину».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Проверь себя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по мотивам упражнений учебника.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Поставь в прошлое: 她 买 衣服 → 她 买 了 衣服。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980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33472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Сделай отрицание: 我 买 了 衣服 → 我 没 买 衣服。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941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529584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Вставь «все»: 我们 (   ) 是 学生。 → 都 (dōu).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425696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Выбери количество: 我 买 了 (很多 / 一点儿) 苹果.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486400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321808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Найди радикал руки: 打 · 服 · 抓 · 肚. → 打, 抓 (扌).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657600" cy="36576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再见!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68680" y="3474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Zàijiàn! — До встречи!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43891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 14: частица 了 · отрицание прошлого 没(有) · 都 «все» · количество 不少/一点儿 · иероглифы 开 车 回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HSK 1 — Урок 14</dc:title>
  <dc:subject>PptxGenJS Presentation</dc:subject>
  <dc:creator>HSK teaching deck</dc:creator>
  <cp:lastModifiedBy>HSK teaching deck</cp:lastModifiedBy>
  <cp:revision>1</cp:revision>
  <dcterms:created xsi:type="dcterms:W3CDTF">2026-07-05T16:22:06Z</dcterms:created>
  <dcterms:modified xsi:type="dcterms:W3CDTF">2026-07-05T16:22:06Z</dcterms:modified>
</cp:coreProperties>
</file>