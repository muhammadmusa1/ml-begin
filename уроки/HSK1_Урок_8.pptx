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83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114800" cy="4114800"/>
          </a:xfrm>
          <a:prstGeom prst="ellipse">
            <a:avLst/>
          </a:prstGeom>
          <a:solidFill>
            <a:srgbClr val="F0A03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754880"/>
            <a:ext cx="3291840" cy="329184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E6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标准教程 · HSK 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Урок 8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我想喝茶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68680" y="4023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E6C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Wǒ xiǎng hē chá — «Я хочу выпить чаю»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5120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D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Модальный глагол 想 · еда и напитки · вопрос о цене 多少钱 · счётное слово 个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Что мы изучим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627632"/>
            <a:ext cx="566928" cy="566928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276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想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737360" y="15361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Модальный глагол 想 (xiǎng) — «хотеть»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737360" y="196596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Wǒ xiǎng hē chá. — Я хочу выпить чаю.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578608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2834640"/>
            <a:ext cx="566928" cy="56692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834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吃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37360" y="2743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Глаголы: 吃 · 喝 · 买 · 做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737360" y="3172968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· пить · покупать · делать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785616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40416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0416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钱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737360" y="39502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Цена — 多少钱 (duōshao qián)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737360" y="4379976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Zhège bēizi duōshao qián? — Сколько стоит эта чашка?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992624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" y="5248656"/>
            <a:ext cx="566928" cy="566928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2486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个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737360" y="515721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Счётное слово 个 (ge) и 两 (liǎng)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737360" y="5586984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 个 朋友 — два друга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Новые слова (生词)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58191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想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xiǎng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505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хотеть / думать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97680" y="14173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158191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喝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480560" y="21488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80560" y="24505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пить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55280" y="14173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38160" y="158191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吃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138160" y="21488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chī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38160" y="24505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есть, кушать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292608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30906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茶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22960" y="3657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chá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39593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чай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297680" y="292608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480560" y="30906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咖啡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480560" y="3657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kāfēi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480560" y="39593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кофе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955280" y="292608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138160" y="30906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米饭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8138160" y="3657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mǐfàn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138160" y="39593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варёный рис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0080" y="4434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22960" y="45994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买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822960" y="5166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mǎi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2960" y="54681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покупать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297680" y="4434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480560" y="45994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多少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4480560" y="5166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duōshao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480560" y="54681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955280" y="4434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138160" y="45994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钱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8138160" y="5166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qián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138160" y="54681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деньги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Модальный глагол 想 (xiǎng) — «хотеть»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 выражает желание. Ставится перед основным глаголом. Отрицание — 不想.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FFF3E8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2880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+ 想 + глагол + …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3291840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 想 喝 茶。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943600" y="3291840"/>
            <a:ext cx="5394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Wǒ xiǎng hē chá.   </a:t>
            </a:r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хочу выпить чаю.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22452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4224528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 想 去 商店。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5943600" y="4224528"/>
            <a:ext cx="5394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Wǒ xiǎng qù shāngdiàn.   </a:t>
            </a:r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хочу пойти в магазин.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515721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5157216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 不 想 吃 米饭。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943600" y="5157216"/>
            <a:ext cx="5394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Wǒ bù xiǎng chī mǐfàn.   </a:t>
            </a:r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не хочу есть рис.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Еда и напитки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喝 (пить) — для напитков, 吃 (есть) — для еды.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4884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茶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3337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чай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0712" y="182880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10712" y="214884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6D4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咖啡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410712" y="3337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kāfēi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02152" y="3840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кофе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181344" y="182880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81344" y="214884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水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6181344" y="3337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shuǐ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72784" y="3840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вода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951976" y="182880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51976" y="214884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米饭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8951976" y="3337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mǐfàn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43416" y="3840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喝 茶 / 喝 咖啡 / 喝 水  ·  吃 米饭  —  глагол выбирается по типу «еда или напиток».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Сколько стоит? — 多少钱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FFF3E8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57276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 о цене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这个 杯子 多少 钱?</a:t>
            </a:r>
            <a:endParaRPr lang="en-US" sz="2200" dirty="0"/>
          </a:p>
          <a:p>
            <a:pPr indent="0" marL="0">
              <a:buNone/>
            </a:pPr>
            <a:r>
              <a:rPr lang="en-US" sz="14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Zhège bēizi duōshao qián?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стоит эта чашка?</a:t>
            </a:r>
            <a:endParaRPr lang="en-US" sz="22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多少 — для любых чисел и цены.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几 — только для малых чисел (до 10).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172200" y="137160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46520" y="157276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Счётное слово 个 (ge)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46520" y="214884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+ 个 + предмет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 个 朋友 — один друг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 个 学生 — три студента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 (liǎng) вместо 二 перед 个: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两 个 (не 二 个) — «два»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Типовой диалог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640080" cy="64008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141732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你 想 喝 什么?   </a:t>
            </a:r>
            <a:pPr indent="0" marL="0">
              <a:buNone/>
            </a:pPr>
            <a:r>
              <a:rPr lang="en-US" sz="1500" i="1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Nǐ xiǎng hē shénme?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ты хочешь выпить?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2724912"/>
            <a:ext cx="640080" cy="640080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7249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2587752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 想 喝 茶。   </a:t>
            </a:r>
            <a:pPr indent="0" marL="0">
              <a:buNone/>
            </a:pPr>
            <a:r>
              <a:rPr lang="en-US" sz="1500" i="1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Wǒ xiǎng hē chá.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хочу выпить чаю.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40080" y="3895344"/>
            <a:ext cx="640080" cy="64008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89534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3758184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这个 杯子 多少 钱?   </a:t>
            </a:r>
            <a:pPr indent="0" marL="0">
              <a:buNone/>
            </a:pPr>
            <a:r>
              <a:rPr lang="en-US" sz="1500" i="1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Zhège bēizi duōshao qián?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стоит эта чашка?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40080" y="5065776"/>
            <a:ext cx="640080" cy="640080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06577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4928616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十五 块。   </a:t>
            </a:r>
            <a:pPr indent="0" marL="0">
              <a:buNone/>
            </a:pPr>
            <a:r>
              <a:rPr lang="en-US" sz="1500" i="1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Shíwǔ kuài.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Пятнадцать юаней.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Иероглифы урока 8 (汉字)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Независимые знаки и радикалы 钅 (металл) и 口 (рот).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48840"/>
            <a:ext cx="3520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少</a:t>
            </a:r>
            <a:endParaRPr lang="en-US" sz="92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shǎo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438912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мало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43400" y="182880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43400" y="2148840"/>
            <a:ext cx="3520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个</a:t>
            </a:r>
            <a:endParaRPr lang="en-US" sz="9200" dirty="0"/>
          </a:p>
        </p:txBody>
      </p:sp>
      <p:sp>
        <p:nvSpPr>
          <p:cNvPr id="10" name="Text 8"/>
          <p:cNvSpPr/>
          <p:nvPr/>
        </p:nvSpPr>
        <p:spPr>
          <a:xfrm>
            <a:off x="4343400" y="37947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343400" y="438912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счётное слово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001000" y="182880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3E8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75320" y="2011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Радикалы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75320" y="260604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钅 металл:</a:t>
            </a:r>
            <a:endParaRPr lang="en-US" sz="1700" dirty="0"/>
          </a:p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钱 (деньги), 钉 (гвоздь)</a:t>
            </a:r>
            <a:endParaRPr lang="en-US" sz="17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 рот:</a:t>
            </a:r>
            <a:endParaRPr lang="en-US" sz="1700" dirty="0"/>
          </a:p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吃 (есть), 喝 (пить), 叫 (звать)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Проверь себя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Задания по мотивам упражнений учебника.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01952"/>
            <a:ext cx="457200" cy="45720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01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737360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Вставь глагол: 我 想 (   ) 茶。 → 喝 (hē).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2633472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798064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798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2633472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Скажи «Я хочу пойти в магазин» → 我 想 去 商店。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3529584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3694176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6941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3529584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Спроси цену: 这个 杯子 (   ) 钱? → 多少 (duōshao).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4425696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590288"/>
            <a:ext cx="457200" cy="457200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590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4425696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Исправь: 二 个 朋友 → 两 个 朋友.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40080" y="5321808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5486400"/>
            <a:ext cx="457200" cy="45720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486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54480" y="5321808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Найди радикал рта: 吃 · 钱 · 喝 · 钉. → 吃, 喝 (口).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83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389120"/>
            <a:ext cx="3657600" cy="3657600"/>
          </a:xfrm>
          <a:prstGeom prst="ellipse">
            <a:avLst/>
          </a:prstGeom>
          <a:solidFill>
            <a:srgbClr val="F0A03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再见!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868680" y="34747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FE6C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Zàijiàn! — До встречи!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8680" y="4389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D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урока 8: модальный глагол 想 · 吃/喝/买 · цена 多少钱 · счётное 个 и 两 · иероглифы 少 个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HSK 1 — Урок 8</dc:title>
  <dc:subject>PptxGenJS Presentation</dc:subject>
  <dc:creator>HSK teaching deck</dc:creator>
  <cp:lastModifiedBy>HSK teaching deck</cp:lastModifiedBy>
  <cp:revision>1</cp:revision>
  <dcterms:created xsi:type="dcterms:W3CDTF">2026-07-05T16:04:01Z</dcterms:created>
  <dcterms:modified xsi:type="dcterms:W3CDTF">2026-07-05T16:04:01Z</dcterms:modified>
</cp:coreProperties>
</file>