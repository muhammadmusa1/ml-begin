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Уроки 2 и 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谢谢你</a:t>
            </a:r>
            <a:pPr indent="0" marL="0">
              <a:buNone/>
            </a:pPr>
            <a:r>
              <a:rPr lang="en-US" sz="2200" dirty="0">
                <a:solidFill>
                  <a:srgbClr val="FF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Спасибо  </a:t>
            </a:r>
            <a:pPr indent="0" marL="0">
              <a:buNone/>
            </a:pPr>
            <a:r>
              <a:rPr lang="en-US" sz="2200" dirty="0">
                <a:solidFill>
                  <a:srgbClr val="FF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你叫什么名字</a:t>
            </a:r>
            <a:pPr indent="0" marL="0">
              <a:buNone/>
            </a:pPr>
            <a:r>
              <a:rPr lang="en-US" sz="2200" dirty="0">
                <a:solidFill>
                  <a:srgbClr val="FF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Как тебя зовут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Тоны и звуки · вежливые фразы · знакомство · национальность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965960"/>
            <a:ext cx="1143000" cy="11430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377440" y="178308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 2 — 谢谢你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77440" y="235915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Xièxie nǐ · «Спасибо»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77440" y="276148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тона, инициали и финали, вежливые фразы: спасибо, извините, до свидания.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4343400"/>
            <a:ext cx="1143000" cy="11430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34340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377440" y="41605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 3 — 你叫什么名字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77440" y="473659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jiào shénme míngzi · «Как тебя зовут»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513892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Спросить имя, назвать себя, национальность и профессию: студент / учитель.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017520"/>
            <a:ext cx="4572000" cy="4572000"/>
          </a:xfrm>
          <a:prstGeom prst="ellipse">
            <a:avLst/>
          </a:prstGeom>
          <a:solidFill>
            <a:srgbClr val="C8321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谢谢你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68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0A0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Xièxie nǐ — «Спасибо»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4846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Звуки китайского языка и первые вежливые фразы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Четыре тона (声调 shēngdiào)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китайском тон меняет смысл слога. Один и тот же слог «ma» звучит по-разному: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103120"/>
            <a:ext cx="822960" cy="82296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妈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ровный, высокий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«мама»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10712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2103120"/>
            <a:ext cx="822960" cy="82296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10712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410712" y="3794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麻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547872" y="4663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восходящий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47872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«конопля»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81344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95744" y="210312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744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81344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mǎ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81344" y="3794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马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318504" y="4663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падение-подъём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18504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«лошадь»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51976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66376" y="21031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986637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951976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951976" y="3794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骂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9089136" y="4663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резко падающий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89136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«ругать»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Пятый — нейтральный тон произносится легко и коротко (напр. 妈 в 妈妈 māma).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Инициали и финали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Китайский слог = инициаль (начальный согласный) + финаль (гласная часть) + тон.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Инициали 声母 (примеры)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 c  s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zh  ch  sh  r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 q  x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 k  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Финали 韵母 (примеры)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o  e  i  u  ü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 en  ang  eng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 ei  ao  ou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  iang  uo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 из учебника: слушай запись и различай близкие звуки — zhī / zhí / zhǐ / zhì.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Вежливые фразы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Диалоги из урока 2 — короткие пары «фраза → ответ».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谢谢你！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Xièxie nǐ!  ·  Спасибо тебе!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272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不客气。 Bú kèqi. — Не за что.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对不起！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46520" y="26700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Duìbuqǐ!  ·  Извини!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31272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没关系。 Méi guānxi. — Ничего страшного.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1605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再见！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" y="48188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Zàijiàn!  ·  До свидания!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2760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再见！ Zàijiàn! — До свидания!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1605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你好！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46520" y="48188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hǎo!  ·  Привет!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52760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你好！ Nǐ hǎo! — Привет!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2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простые знаки — учимся порядку черт.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口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0574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kǒu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9659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7150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1500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солнце / день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0" y="19659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山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3726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shān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7260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гора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0690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2057400" y="4389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xiǎo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57400" y="4892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маленький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0" y="40690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见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5715000" y="4389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jiàn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15000" y="4892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видеть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95528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55280" y="40690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9372600" y="4389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72600" y="4892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017520"/>
            <a:ext cx="4572000" cy="45720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你叫什么名字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Nǐ jiào shénme míngzi — «Как тебя зовут?»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4846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Знакомство, имя, национальность и профессия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jiào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звать(ся)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600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shénme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/ какой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600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名字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míngzi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быть, являться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老师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lǎoshī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学生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xuésheng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617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中国人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Zhōngguó rén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китаец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617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美国人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Měiguó rén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американец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617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认识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rènshi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 знакомым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Как спросить имя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 叫  什么  名字?</a:t>
            </a:r>
            <a:endParaRPr lang="en-US" sz="3000" dirty="0"/>
          </a:p>
          <a:p>
            <a:pPr indent="0" marL="0">
              <a:buNone/>
            </a:pPr>
            <a:r>
              <a:rPr lang="en-US" sz="1700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jiào shénme míngzi?  —  Как тебя зовут?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461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 叫  李月。</a:t>
            </a:r>
            <a:endParaRPr lang="en-US" sz="2800" dirty="0"/>
          </a:p>
          <a:p>
            <a:pPr indent="0" marL="0">
              <a:buNone/>
            </a:pPr>
            <a:r>
              <a:rPr lang="en-US" sz="17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jiào Lǐ Yuè.  —  Меня зовут Ли Юэ.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Схема:  </a:t>
            </a:r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+ 叫 (jiào) + имя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вежливо: 您 (nín) вместо 你 (nǐ) — «Вы». Напр. 您叫什么名字?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Глагол 是 (shì) — «быть»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Соединяет «кто» и «кто/что он есть»: национальность, профессия.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是 中国人。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0" y="19659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shì Zhōngguó rén.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китаец.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3375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是 老师。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0" y="33375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shì lǎoshī.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учитель.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7091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不 是 学生。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47091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bú shì xuésheng.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не студент.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Отрицание: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 (bù) ставится перед 是 → 不是 (bú shì) «не является».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Вопрос с частицей 吗 (ma)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吗 в конец утверждения — получится вопрос «да/нет».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是 学生 吗?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shì xuésheng ma?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студент?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6517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是,我 是 学生。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Shì, wǒ shì xuésheng. — Да, я студент.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不,我 不 是。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Bù, wǒ bú shì. — Нет, я не студент.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 знакомства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你好！你 叫 什么 名字?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hǎo! Nǐ jiào shénme míngzi?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Привет! Как тебя зовут?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叫 大卫。你 呢?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jiào Dàwèi. Nǐ ne?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 зовут Давид. А тебя?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叫 李月。你 是 学生 吗?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jiào Lǐ Yuè. Nǐ shì xuésheng ma?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 зовут Ли Юэ. Ты студент?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是。很 高兴 认识 你！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Shì. Hěn gāoxìng rènshi nǐ!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Да. Рад познакомиться!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3 (汉字)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0020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05740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57400" y="2423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луна / месяц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60020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心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15000" y="2423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сердце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160020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937260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zhōng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72600" y="2423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 / Китай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70332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2057400" y="4023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57400" y="4526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97680" y="35661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0" y="370332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您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5715000" y="4023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15000" y="4526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(вежл.)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55280" y="35661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0" y="370332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见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9372600" y="4023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jiàn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72600" y="4526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видеть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Прочитай слоги с разными тонами: mā má mǎ mà. Услышь разницу.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 на вопрос: 你叫什么名字? — назови своё имя по-китайски.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Заполни: 我 (   ) 中国人。 Правильное слово — 是 (shì).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Составь вопрос с 吗: «Ты учитель?» → 你 是 老师 吗?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Скажи «Рад познакомиться»: 很高兴认识你!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Xièxie! — Спасибо за урок!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4 тона · инициали и финали · спасибо/извини/до свидания · спросить имя · 是 · 吗 · национальность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Уроки 2 и 3</dc:title>
  <dc:subject>PptxGenJS Presentation</dc:subject>
  <dc:creator>HSK teaching deck</dc:creator>
  <cp:lastModifiedBy>HSK teaching deck</cp:lastModifiedBy>
  <cp:revision>1</cp:revision>
  <dcterms:created xsi:type="dcterms:W3CDTF">2026-07-05T15:45:15Z</dcterms:created>
  <dcterms:modified xsi:type="dcterms:W3CDTF">2026-07-05T15:45:15Z</dcterms:modified>
</cp:coreProperties>
</file>