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  ·  финальный урок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15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我是坐飞机来的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Wǒ shì zuò fēijī lái de — «Я прилетел на самолёте»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Конструкция 是…的 · транспорт 坐飞机 / 坐车 / 开车 · вместе 一起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Конструкция 是 … 的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уточняет как / когда / где произошло действие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Транспорт — 坐 / 开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坐飞机 · 坐车 · 开车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起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Вместе — 一起 (yìqǐ)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 一起 去。 — Пойдём вместе.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Год — 年 (nián)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年 — в 2008 году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ехать / сидеть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飞机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fēijī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самолёт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车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 / транспорт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出租车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chūzūchē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такси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开车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kāi chē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вести машину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来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приходить / прибывать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一起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yìqǐ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вместе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nián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听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tīng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слушать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Конструкция 是 … 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действие УЖЕ произошло, 是…的 уточняет деталь: как, когда или где.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+ 是 + деталь + глагол + 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是 坐 飞机 来 的。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0" y="329184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shì zuò fēijī lái de.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прилетел на самолёте. (как)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24528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是 2008 年 来 的。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0" y="422452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shì 2008 nián lái de.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приехал в 2008 году. (когда)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721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 是 在 学校 学 的。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515721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shì zài xuéxiào xué de.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учил это в школе. (где)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Транспорт — 坐 и 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 (zuò) — «ехать пассажиром», 开 (kāi) — «вести самому».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48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坐 飞机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zuò fēijī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лететь самолётом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2148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坐 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10712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zuò chē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02152" y="3703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ехать на транспорте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2148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坐 出租车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81344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zuò chūzūchē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72784" y="3703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ехать на такси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51976" y="18288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43416" y="2148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 车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5197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kāi chē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43416" y="3703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вести машину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 ставится перед глаголом движения: 我 坐 飞机 来。 — Я прилетаю на самолёте.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Вместе 一起 и год 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一起 (yìqǐ) — «вместе»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一起 ставится ПЕРЕД глаголом.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我们 一起 去 商店。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Wǒmen yìqǐ qù shāngdiàn.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вместе идём в магазин.</a:t>
            </a:r>
            <a:endParaRPr lang="en-US" sz="15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一起 吃饭 吧! — Давай поедим вместе!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 (nián) — «год»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называют цифрами по одной: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 年 — 二〇〇八 年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«эр líng líng bā nián»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дата — от большего к меньшему:</a:t>
            </a:r>
            <a:endParaRPr lang="en-US" sz="15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 年 8 月 5 号 星期三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是 怎么 来 的?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shì zěnme lái de?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как приехал?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是 坐 飞机 来 的。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shì zuò fēijī lái de.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прилетел на самолёте.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是 什么 时候 来 的?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shì shénme shíhou lái de?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когда ты приехал?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昨天 来 的。 我们 一起 吃饭 吧!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Zuótiān lái de. Wǒmen yìqǐ chī fàn ba!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Приехал вчера. Давай поедим вместе!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15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знаки и радикалы 艹 (трава) и 宀 (крыша).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nián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15968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4315968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chū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15968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выходить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91856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91856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飞</a:t>
            </a:r>
            <a:endParaRPr lang="en-US" sz="9200" dirty="0"/>
          </a:p>
        </p:txBody>
      </p:sp>
      <p:sp>
        <p:nvSpPr>
          <p:cNvPr id="14" name="Text 12"/>
          <p:cNvSpPr/>
          <p:nvPr/>
        </p:nvSpPr>
        <p:spPr>
          <a:xfrm>
            <a:off x="7991856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fēi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91856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летать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1663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Радикалы: 艹 в 菜 (блюдо), 草 (трава); 宀 в 家 (дом), 安 (спокойный) — «крыша» над знаком.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Собери фразу: 我 · 是 · 坐 飞机 · 来 · 的 → 我 是 坐 飞机 来 的。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坐 или 开: я сам за рулём → (   ) 车. Ответ: 开 车.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Вставь «вместе»: 我们 (   ) 去。 → 一起 (yìqǐ).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Ответь: 你 是 怎么 来 的? — расскажи, как добрался.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 радикал травы: 菜 · 家 · 草 · 安. → 菜, 草 (艹).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06240"/>
            <a:ext cx="3840480" cy="384048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3657600" cy="36576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恭喜!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Gōngxǐ! — Поздравляем: курс HSK 1 пройден!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15: конструкция 是…的 · транспорт 坐/开 · 一起 · год 年 · иероглифы 年 出 飞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курс: приветствие · знакомство · семья и возраст · время и даты · погода · покупки · транспорт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15</dc:title>
  <dc:subject>PptxGenJS Presentation</dc:subject>
  <dc:creator>HSK teaching deck</dc:creator>
  <cp:lastModifiedBy>HSK teaching deck</cp:lastModifiedBy>
  <cp:revision>1</cp:revision>
  <dcterms:created xsi:type="dcterms:W3CDTF">2026-07-05T16:25:00Z</dcterms:created>
  <dcterms:modified xsi:type="dcterms:W3CDTF">2026-07-05T16:25:00Z</dcterms:modified>
</cp:coreProperties>
</file>