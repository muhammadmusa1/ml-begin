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  ·  начало курса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你好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Nǐ hǎo — «Здравствуй!»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знакомство с китайским: тоны, звуки, приветствие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 китайский язык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слог = инициаль + финаль + тон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调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тона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 má mǎ mà — тон меняет смысл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好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Первое приветствие 你好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hǎo! — Здравствуй!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Первые иероглифы — числа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二 三 · 六 · 八 · 十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Как устроен китайский слог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слог = начальный согласный + гласная часть + тон.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инициаль + финаль + тон</a:t>
            </a:r>
            <a:endParaRPr lang="en-US" sz="2600" dirty="0"/>
          </a:p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напр.  h + ǎo  →  hǎo (好)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Инициали 声母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p m f · d t n l · g k h · j q x · zh ch sh r · z c 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72200" y="34290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Финали 韵母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41148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 e i u ü · ai ei ao ou · an en ang eng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Четыре тона (声调 shēngdiào)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 меняет смысл слога. Слог «ma» звучит четырьмя способами: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103120"/>
            <a:ext cx="822960" cy="82296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妈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ровный, высокий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«мама»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10712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2103120"/>
            <a:ext cx="822960" cy="82296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10712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410712" y="3794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麻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547872" y="4663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восходящий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47872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«конопля»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81344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95744" y="210312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744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81344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mǎ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81344" y="3794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马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318504" y="4663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падение-подъём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18504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«лошадь»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51976" y="18288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66376" y="21031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986637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951976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951976" y="3794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骂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9089136" y="4663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резко падающий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89136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«ругать»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Пятый — нейтральный тон произносится легко и коротко (напр. 妈 в 妈妈 māma).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Первое приветствие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первая и главная фраза курса.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好!   </a:t>
            </a:r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hǎo!  —  Здравствуй! / Привет!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65760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好!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365760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hǎo!   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Здравствуй!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498848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498848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你们 好!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4498848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Nǐmen hǎo!   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Здравствуйте! (многим)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340096"/>
            <a:ext cx="10881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340096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您 好!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5340096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Nín hǎo!     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Здравствуйте! (вежливо)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Первые иероглифы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Начинаем с самых простых знаков — числа.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0574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5740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9659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7150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1500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0" y="19659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3726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sān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72600" y="2788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0690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2057400" y="4389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liù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57400" y="4892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0" y="40690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八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5715000" y="4389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bā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15000" y="4892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95528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55280" y="40690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9372600" y="4389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shí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72600" y="4892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Прочитай с разными тонами: mā má mǎ mà.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слог? → инициаль + финаль + тон.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Поприветствуй вежливо: 您 好!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Назови числа: 一 二 三 六 八 十.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Раздели на части: hǎo → h (инициаль) + ǎo (финаль + 3-й тон).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你好!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Nǐ hǎo! — Добро пожаловать в китайский!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1: строение слога · четыре тона · приветствие 你好 · иероглифы-числа 一 二 三 六 八 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1</dc:title>
  <dc:subject>PptxGenJS Presentation</dc:subject>
  <dc:creator>HSK teaching deck</dc:creator>
  <cp:lastModifiedBy>HSK teaching deck</cp:lastModifiedBy>
  <cp:revision>1</cp:revision>
  <dcterms:created xsi:type="dcterms:W3CDTF">2026-07-05T16:28:08Z</dcterms:created>
  <dcterms:modified xsi:type="dcterms:W3CDTF">2026-07-05T16:28:08Z</dcterms:modified>
</cp:coreProperties>
</file>