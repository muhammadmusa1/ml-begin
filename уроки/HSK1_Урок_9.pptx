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114800" cy="41148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4754880"/>
            <a:ext cx="3291840" cy="329184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E6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标准教程 · HSK 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1920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Урок 9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54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你儿子在哪儿工作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Nǐ érzi zài nǎr gōngzuò — «Где работает твой сын?»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6868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DF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Предлог места 在 · вопрос 在哪儿 · работа 工作 · частица 呢 · места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Что мы изучим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27632"/>
            <a:ext cx="566928" cy="566928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276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53619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Предлог места 在 (zài) — «в / на»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737360" y="1965960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医院 工作 — работать в больнице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78608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14400" y="2834640"/>
            <a:ext cx="566928" cy="56692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8346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哪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37360" y="27432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«где?» — 在哪儿 (zài nǎr)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737360" y="3172968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zài nǎr gōngzuò? — Где ты работаешь?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785616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4041648"/>
            <a:ext cx="566928" cy="566928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作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737360" y="39502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Работа — 工作 (gōngzuò)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37360" y="4379976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做 什么 工作 — кем работать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92624"/>
            <a:ext cx="1088136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14400" y="5248656"/>
            <a:ext cx="566928" cy="566928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524865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呢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737360" y="515721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Частица 呢 (ne) — «а …?»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1737360" y="5586984"/>
            <a:ext cx="9509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0A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 很 好, 你 呢? — У меня хорошо, а у тебя?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Новые слова (生词)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zài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/ на / находиться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976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805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哪儿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4805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nǎr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4805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0" y="141732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38160" y="158191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工作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138160" y="214884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gōngzuò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38160" y="245059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работать / работа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儿子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229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érzi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229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сын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976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4805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爸爸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4805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bàba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4805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папа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955280" y="292608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138160" y="309067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医生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138160" y="365760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yīshēng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138160" y="395935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400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医院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8229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yīyuàn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229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больница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42976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4805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学校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44805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xuéxiào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4805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 / вуз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955280" y="4434840"/>
            <a:ext cx="3520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138160" y="4599432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呢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8138160" y="5166360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138160" y="5468112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частица «а …?»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Предлог места 在 (zài) — «в / на»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+ место ставится ПЕРЕД глаголом и показывает, где происходит действие.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188720"/>
          </a:xfrm>
          <a:prstGeom prst="roundRect">
            <a:avLst>
              <a:gd name="adj" fmla="val 7692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828800"/>
            <a:ext cx="10332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+ 在 + место + глагол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291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3291840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在 医院 工作。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5943600" y="3291840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zài yīyuàn gōngzuò.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работаю в больнице.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22452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4224528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 在 学校 学习。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943600" y="4224528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zài xuéxiào xuéxí.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учится в школе.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515721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5157216"/>
            <a:ext cx="4937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杯子 在 桌子 上。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5943600" y="5157216"/>
            <a:ext cx="5394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Bēizi zài zhuōzi shàng.   </a:t>
            </a:r>
            <a:pPr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Чашка на столе.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Вопрос «где?» — 在哪儿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1338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Чтобы спросить про место, ставим 哪儿 (где) на позицию места. Порядок слов не меняется.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Вопрос 问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在 哪儿 工作?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i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zài nǎr gōngzuò?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ты работаешь?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172200" y="182880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011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Ответ 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269748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在 医院 工作。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i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zài yīyuàn gōngzuò.</a:t>
            </a:r>
            <a:endParaRPr lang="en-US" sz="2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работаю в больнице.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008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Так же спрашиваем про любое место: 你 在 哪儿 吃饭? — Где ты ешь?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Профессии и частица 呢 (ne)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работают люди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医生 </a:t>
            </a:r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 医院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врач — в больнице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1546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老师 </a:t>
            </a:r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 学校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учитель — в школе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爸爸 </a:t>
            </a:r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 商店</a:t>
            </a:r>
            <a:endParaRPr lang="en-US" sz="2200" dirty="0"/>
          </a:p>
          <a:p>
            <a:pPr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папа — в магазине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3E8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46520" y="15727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32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Частица 呢 — «а …?»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446520" y="2148840"/>
            <a:ext cx="48463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呢 переносит вопрос на новое лицо,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повторяя всё предложение.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20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在 医院 工作, 你 呢?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…, nǐ ne? — …, а ты?</a:t>
            </a:r>
            <a:endParaRPr lang="en-US" sz="15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800" b="1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爸爸 是 医生, 你 爸爸 呢?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твой папа?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Типовой диалог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463040" y="1417320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儿子 在 哪儿 工作?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érzi zài nǎr gōngzuò?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работает твой сын?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2724912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7249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63040" y="2587752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他 在 医院 工作, 他 是 医生。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Tā zài yīyuàn gōngzuò, tā shì yīshēng.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 работает в больнице, он врач.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40080" y="3895344"/>
            <a:ext cx="640080" cy="64008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95344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3758184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A0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你 呢?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Nǐ ne?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ты?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5065776"/>
            <a:ext cx="640080" cy="64008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65776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928616"/>
            <a:ext cx="10058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我 在 学校 工作。   </a:t>
            </a:r>
            <a:pPr indent="0" marL="0">
              <a:buNone/>
            </a:pPr>
            <a:r>
              <a:rPr lang="en-US" sz="1400" i="1" dirty="0">
                <a:solidFill>
                  <a:srgbClr val="C6C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Wǒ zài xuéxiào gōngzuò.</a:t>
            </a:r>
            <a:endParaRPr lang="en-US" sz="2200" dirty="0"/>
          </a:p>
          <a:p>
            <a:pPr indent="0" marL="0">
              <a:buNone/>
            </a:pPr>
            <a:r>
              <a:rPr lang="en-US" sz="1500" dirty="0">
                <a:solidFill>
                  <a:srgbClr val="AEB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работаю в школе.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Иероглифы урока 9 (汉字)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Независимые знаки и радикалы 辶 (движение) и 门 (ворота).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在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zài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/ находиться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15968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15968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子</a:t>
            </a:r>
            <a:endParaRPr lang="en-US" sz="9200" dirty="0"/>
          </a:p>
        </p:txBody>
      </p:sp>
      <p:sp>
        <p:nvSpPr>
          <p:cNvPr id="10" name="Text 8"/>
          <p:cNvSpPr/>
          <p:nvPr/>
        </p:nvSpPr>
        <p:spPr>
          <a:xfrm>
            <a:off x="4315968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15968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 / сын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991856" y="182880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991856" y="214884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</a:t>
            </a:r>
            <a:endParaRPr lang="en-US" sz="9200" dirty="0"/>
          </a:p>
        </p:txBody>
      </p:sp>
      <p:sp>
        <p:nvSpPr>
          <p:cNvPr id="14" name="Text 12"/>
          <p:cNvSpPr/>
          <p:nvPr/>
        </p:nvSpPr>
        <p:spPr>
          <a:xfrm>
            <a:off x="7991856" y="3794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32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gōng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991856" y="438912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/ труд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Радикалы: 辶 в 这 (это), 送 (провожать); 门 в 问 (спрашивать), 间 (комната).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321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Проверь себя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Задания по мотивам упражнений учебника.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01952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019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737360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Вставь предлог: 我 (   ) 医院 工作。 → 在 (zài).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2633472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798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2633472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Спроси «Где ты работаешь?» → 你 在 哪儿 工作?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3529584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68680" y="3694176"/>
            <a:ext cx="457200" cy="4572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54480" y="3529584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Продолжи с 呢: «Я врач, а ты?» → 我 是 医生, 你 呢?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0080" y="4425696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590288"/>
            <a:ext cx="457200" cy="457200"/>
          </a:xfrm>
          <a:prstGeom prst="ellipse">
            <a:avLst/>
          </a:prstGeom>
          <a:solidFill>
            <a:srgbClr val="F0A03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90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554480" y="4425696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Составь: 桌子 · 杯子 · 在 · 上 → 杯子 在 桌子 上。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40080" y="5321808"/>
            <a:ext cx="10881360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5486400"/>
            <a:ext cx="457200" cy="457200"/>
          </a:xfrm>
          <a:prstGeom prst="ellipse">
            <a:avLst/>
          </a:prstGeom>
          <a:solidFill>
            <a:srgbClr val="C8321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554480" y="5321808"/>
            <a:ext cx="9784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Найди радикал движения: 这 · 问 · 送 · 间. → 这, 送 (辶).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83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4389120"/>
            <a:ext cx="3657600" cy="3657600"/>
          </a:xfrm>
          <a:prstGeom prst="ellipse">
            <a:avLst/>
          </a:prstGeom>
          <a:solidFill>
            <a:srgbClr val="F0A03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03120"/>
            <a:ext cx="10058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再见!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68680" y="34747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FE6C0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Zàijiàn! — До встречи!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438912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D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 9: предлог 在 · вопрос 在哪儿 · работа 工作 · частица 呢 · иероглифы 在 子 工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HSK 1 — Урок 9</dc:title>
  <dc:subject>PptxGenJS Presentation</dc:subject>
  <dc:creator>HSK teaching deck</dc:creator>
  <cp:lastModifiedBy>HSK teaching deck</cp:lastModifiedBy>
  <cp:revision>1</cp:revision>
  <dcterms:created xsi:type="dcterms:W3CDTF">2026-07-05T16:07:16Z</dcterms:created>
  <dcterms:modified xsi:type="dcterms:W3CDTF">2026-07-05T16:07:16Z</dcterms:modified>
</cp:coreProperties>
</file>