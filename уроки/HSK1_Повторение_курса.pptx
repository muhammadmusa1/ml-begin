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C8321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B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标准教程 · HSK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Повторение курса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复习 · Fùxí — всё главное из 15 уроков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5029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Грамматика, лексика и иероглифы одним взглядом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Карта курса — 15 уроков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5204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472184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72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3441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37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приветствие, тоны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234440"/>
            <a:ext cx="35204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147218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472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3441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谢谢你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737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звуки, вежливость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1234440"/>
            <a:ext cx="35204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472184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1472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41080" y="13441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你叫什么名字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41080" y="1737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имя, национальность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2240280"/>
            <a:ext cx="35204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247802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478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23500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她是我的汉语老师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2743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的, 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97680" y="2240280"/>
            <a:ext cx="35204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34840" y="2478024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25" name="Text 23"/>
          <p:cNvSpPr/>
          <p:nvPr/>
        </p:nvSpPr>
        <p:spPr>
          <a:xfrm>
            <a:off x="4434840" y="2478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83480" y="23500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她女儿今年二十岁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83480" y="2743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числа, возраст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55280" y="2240280"/>
            <a:ext cx="35204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92440" y="247802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0" name="Text 28"/>
          <p:cNvSpPr/>
          <p:nvPr/>
        </p:nvSpPr>
        <p:spPr>
          <a:xfrm>
            <a:off x="8092440" y="2478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41080" y="23500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我会说汉语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41080" y="2743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会, языки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3246120"/>
            <a:ext cx="35204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77240" y="3483864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25880" y="33558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今天几号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25880" y="3749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даты, дни недели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297680" y="3246120"/>
            <a:ext cx="35204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434840" y="348386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40" name="Text 38"/>
          <p:cNvSpPr/>
          <p:nvPr/>
        </p:nvSpPr>
        <p:spPr>
          <a:xfrm>
            <a:off x="443484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983480" y="33558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我想喝茶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983480" y="3749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想, цена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955280" y="3246120"/>
            <a:ext cx="35204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092440" y="3483864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45" name="Text 43"/>
          <p:cNvSpPr/>
          <p:nvPr/>
        </p:nvSpPr>
        <p:spPr>
          <a:xfrm>
            <a:off x="809244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41080" y="33558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你儿子在哪儿工作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641080" y="3749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在, работа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0080" y="4251960"/>
            <a:ext cx="35204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77240" y="448970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50" name="Text 48"/>
          <p:cNvSpPr/>
          <p:nvPr/>
        </p:nvSpPr>
        <p:spPr>
          <a:xfrm>
            <a:off x="777240" y="4489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325880" y="43616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我能坐这儿吗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325880" y="4754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能, 请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297680" y="4251960"/>
            <a:ext cx="35204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434840" y="4489704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55" name="Text 53"/>
          <p:cNvSpPr/>
          <p:nvPr/>
        </p:nvSpPr>
        <p:spPr>
          <a:xfrm>
            <a:off x="4434840" y="4489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983480" y="43616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现在几点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983480" y="4754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点/分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955280" y="4251960"/>
            <a:ext cx="35204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092440" y="448970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0" name="Text 58"/>
          <p:cNvSpPr/>
          <p:nvPr/>
        </p:nvSpPr>
        <p:spPr>
          <a:xfrm>
            <a:off x="8092440" y="4489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641080" y="43616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明天天气怎么样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641080" y="4754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погода, 怎么样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40080" y="5257800"/>
            <a:ext cx="35204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777240" y="5495544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65" name="Text 63"/>
          <p:cNvSpPr/>
          <p:nvPr/>
        </p:nvSpPr>
        <p:spPr>
          <a:xfrm>
            <a:off x="777240" y="5495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325880" y="53675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他在学做中国菜呢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325880" y="5760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在…呢, 也/吧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297680" y="5257800"/>
            <a:ext cx="35204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434840" y="549554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70" name="Text 68"/>
          <p:cNvSpPr/>
          <p:nvPr/>
        </p:nvSpPr>
        <p:spPr>
          <a:xfrm>
            <a:off x="4434840" y="5495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4983480" y="53675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她买了不少衣服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4983480" y="5760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了, 没有, 都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955280" y="5257800"/>
            <a:ext cx="35204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8092440" y="5495544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75" name="Text 73"/>
          <p:cNvSpPr/>
          <p:nvPr/>
        </p:nvSpPr>
        <p:spPr>
          <a:xfrm>
            <a:off x="8092440" y="5495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641080" y="53675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我是坐飞机来的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641080" y="5760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是…的, транспорт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Ключевые частицы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08760"/>
            <a:ext cx="1188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吗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103120" y="150876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— вопрос да/нет</a:t>
            </a:r>
            <a:endParaRPr lang="en-US" sz="1500" dirty="0"/>
          </a:p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2F3C7E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09360" y="1508760"/>
            <a:ext cx="1188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呢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589520" y="150876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— «а …?»</a:t>
            </a:r>
            <a:endParaRPr lang="en-US" sz="1500" dirty="0"/>
          </a:p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2C5F2D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035808"/>
            <a:ext cx="1188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的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103120" y="30358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— принадлежность</a:t>
            </a:r>
            <a:endParaRPr lang="en-US" sz="1500" dirty="0"/>
          </a:p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C8321E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2898648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3035808"/>
            <a:ext cx="1188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了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589520" y="30358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— действие свершилось</a:t>
            </a:r>
            <a:endParaRPr lang="en-US" sz="1500" dirty="0"/>
          </a:p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F0A030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425696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562856"/>
            <a:ext cx="1188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吧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2103120" y="4562856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— предложение / согласие</a:t>
            </a:r>
            <a:endParaRPr lang="en-US" sz="1500" dirty="0"/>
          </a:p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2F3C7E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26480" y="4425696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9360" y="4562856"/>
            <a:ext cx="1188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也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7589520" y="4562856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yě — тоже (перед глаголом)</a:t>
            </a:r>
            <a:endParaRPr lang="en-US" sz="1500" dirty="0"/>
          </a:p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2C5F2D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Модальные глаголы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ставятся перед основным глаголом. Отрицание — через 不.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0312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会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huì · уметь (навык)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会 说 汉语。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15968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15968" y="210312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能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4407408" y="33375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néng · мочь / можно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07408" y="39319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能 坐 这儿 吗?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991856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91856" y="210312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想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8083296" y="33375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xiǎng · хотеть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83296" y="39319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想 喝 茶。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 — приобретённый навык · 能 — возможность или разрешение · 想 — желание.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Вопросительные слова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Ставятся на место ответа — порядок слов не меняется.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0" y="1371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shénme — что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叫 什么?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0" y="1371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谁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0" y="1371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shéi — кто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她 是 谁?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514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哪儿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2514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nǎr — где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在 哪儿 工作?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2514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2514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几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046720" y="2514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jǐ — сколько (мало)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现在 几 点?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657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多少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560320" y="3657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duōshao — сколько (много)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多少 钱?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3657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3657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怎么样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046720" y="3657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zěnmeyàng — как / каков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天气 怎么样?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800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800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怎么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560320" y="4800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zěnme — как (способ)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怎么 读?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26480" y="4800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4800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几号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jǐ hào — какое число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 几 号?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Время, даты и числа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— от большего к меньшему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Дата: число + 月 + число + 号</a:t>
            </a:r>
            <a:endParaRPr lang="en-US" sz="1500" dirty="0"/>
          </a:p>
          <a:p>
            <a:pPr indent="0" marL="0">
              <a:buNone/>
            </a:pPr>
            <a:r>
              <a:rPr lang="en-US" sz="1700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八 月 五 号 — 5 августа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Время: число + 点 + число + 分</a:t>
            </a:r>
            <a:endParaRPr lang="en-US" sz="1500" dirty="0"/>
          </a:p>
          <a:p>
            <a:pPr indent="0" marL="0">
              <a:buNone/>
            </a:pPr>
            <a:r>
              <a:rPr lang="en-US" sz="1700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八 点 十 分 — 8:10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недели: 星期 + число</a:t>
            </a:r>
            <a:endParaRPr lang="en-US" sz="1500" dirty="0"/>
          </a:p>
          <a:p>
            <a:pPr indent="0" marL="0">
              <a:buNone/>
            </a:pPr>
            <a:r>
              <a:rPr lang="en-US" sz="1700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星期三 — среда · 星期天 — вс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Важные правила чисел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46520" y="21488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 (liǎng) вместо 二 перед счётным</a:t>
            </a: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словом и часами: 两 个, 两 点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Счётное слово 个 между числом</a:t>
            </a: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предметом: 三 个 学生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Возраст: 多大 (взрослым),</a:t>
            </a: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几岁 (детям)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Три опоры предложения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087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是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0" y="1508760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shì — быть, являться</a:t>
            </a:r>
            <a:endParaRPr lang="en-US" sz="1500" dirty="0"/>
          </a:p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他 是 老师。</a:t>
            </a:r>
            <a:endParaRPr lang="en-US" sz="15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датами и возрастом опускается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83464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在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0" y="2834640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zài — в / на / находиться</a:t>
            </a:r>
            <a:endParaRPr lang="en-US" sz="1500" dirty="0"/>
          </a:p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在 医院 工作。</a:t>
            </a:r>
            <a:endParaRPr lang="en-US" sz="15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ставится перед глаголом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16052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 / 没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743200" y="4160520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bù / méi — отрицание</a:t>
            </a:r>
            <a:endParaRPr lang="en-US" sz="1500" dirty="0"/>
          </a:p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 想 · 没 买</a:t>
            </a:r>
            <a:endParaRPr lang="en-US" sz="15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 — сейчас/привычка, 没 — прошлое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Полезные фразы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3716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你好!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hǎo!  ·  Здравствуй!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55080" y="13716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谢谢!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355080" y="1920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Xièxie!  ·  Спасибо!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5146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不客气。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8680" y="3063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 kèqi.  ·  Не за что.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2514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25146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对不起。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55080" y="3063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Duìbuqǐ.  ·  Извини.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6576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没关系。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68680" y="4206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Méi guānxi.  ·  Ничего страшного.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3657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55080" y="36576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再见!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55080" y="4206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Zàijiàn!  ·  До свидания!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800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8006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请坐。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68680" y="5349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Qǐng zuò.  ·  Садитесь.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0" y="4800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48006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很高兴认识你!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355080" y="5349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Hěn gāoxìng rènshi nǐ!  ·  Рад познакомиться!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Иероглифы всего курса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независимые знаки, которые мы писали в уроках 1–15.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3566160"/>
          </a:xfrm>
          <a:prstGeom prst="roundRect">
            <a:avLst>
              <a:gd name="adj" fmla="val 2564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48840"/>
            <a:ext cx="10149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 二 三 四 五 六 七 八 九 十  口 日 山 小 见 不  月 心 中 人 您  水 女 了 大 天  东 我 西  书  午 电  少 个  在 子 工  上 下 本 末  开 车 回  年 出 飞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55321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Изученные радикалы: 氵水 · 讠речь · 辶движение · 门ворота · 囗ограда · 阝город · 亻человек · 女 · 饣еда · 日 · 目глаз · 月тело · 扌рука · 艹трава · 宀крыша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206240"/>
            <a:ext cx="3840480" cy="384048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371600"/>
            <a:ext cx="3657600" cy="36576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加油!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68680" y="3063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Jiāyóu! — Удачи на HSK 1!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40233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повторил: приветствие · знакомство · семью и возраст · время и даты · погоду · покупки и цены · работу · транспорт · частицы 吗/呢/的/了/吧/也 · модальные 会/能/想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HSK 1 — Повторение курса</dc:title>
  <dc:subject>PptxGenJS Presentation</dc:subject>
  <dc:creator>HSK teaching deck</dc:creator>
  <cp:lastModifiedBy>HSK teaching deck</cp:lastModifiedBy>
  <cp:revision>1</cp:revision>
  <dcterms:created xsi:type="dcterms:W3CDTF">2026-07-05T16:30:03Z</dcterms:created>
  <dcterms:modified xsi:type="dcterms:W3CDTF">2026-07-05T16:30:03Z</dcterms:modified>
</cp:coreProperties>
</file>