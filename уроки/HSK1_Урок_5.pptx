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她女儿今年二十岁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Tā nǚ'ér jīnnián èrshí suì — «Её дочери в этом году 20 лет»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· возраст 岁 · сколько лет 多大 / 几岁 · семья 家 有 口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Числа 0–100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二 三 … 十 · 二十 · 一百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Возраст — 多大 / 几岁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duō dà? — Сколько ей лет?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家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Семья — 家 有 … 口 人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jiā yǒu jǐ kǒu rén? — Сколько у вас в семье человек?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今年 (в этом году) и слово 了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jīnnián … suì le — мне в этом году … лет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Числа 数字 (shùzì)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1–10 — фундамент всей системы счёта.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yī  · 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43784" y="182880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43784" y="19202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843784" y="27889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èr  ·  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47488" y="182880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47488" y="19202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047488" y="27889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sān  ·  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51192" y="182880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51192" y="19202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251192" y="27889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  ·  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54896" y="182880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54896" y="192024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454896" y="27889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wǔ  ·  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65760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liù  ·  6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43784" y="356616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43784" y="365760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七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2843784" y="45262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qī  ·  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47488" y="356616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47488" y="365760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八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5047488" y="45262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bā  ·  8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51192" y="356616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51192" y="365760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九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7251192" y="45262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jiǔ  ·  9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454896" y="3566160"/>
            <a:ext cx="208483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454896" y="365760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9454896" y="45262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shí  ·  10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Как строятся большие числа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11–99 собираются из «десятков» и «единиц» вокруг 十 (shí, 10).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shí yī    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= 10 + 1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7889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二十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0" y="27889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èrshí    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= 2 × 10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490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二十五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0" y="37490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èrshíwǔ    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= 2×10 + 5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7091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一百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470916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yìbǎi    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Сколько тебе лет? — 多大 / 几岁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岁 (suì) — счётное слово для лет. Два способа спросить возраст: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взрослых 多大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今年 多 大?</a:t>
            </a:r>
            <a:endParaRPr lang="en-US" sz="24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jīnnián duō dà?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тебе лет в этом году?</a:t>
            </a:r>
            <a:endParaRPr lang="en-US" sz="2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二十 岁。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èrshí suì. — Мне 20 лет.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детей 几岁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6517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几 岁?</a:t>
            </a:r>
            <a:endParaRPr lang="en-US" sz="2400" dirty="0"/>
          </a:p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jǐ suì?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тебе лет? (ребёнку до 10)</a:t>
            </a:r>
            <a:endParaRPr lang="en-US" sz="2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八 岁。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bā suì. — Мне 8 лет.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 используют, когда ждут маленькое число (обычно до 10); 多大 — для остальных.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Семья — 家 (jiā) и глагол 有 (yǒu)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значит «иметь / есть». 口 (kǒu) — счётное слово для членов семьи.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家 有 几 口 人?   </a:t>
            </a:r>
            <a:pPr indent="0" marL="0">
              <a:buNone/>
            </a:pPr>
            <a:r>
              <a:rPr lang="en-US" sz="16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jiā yǒu jǐ kǒu rén?  —  Сколько у вас человек в семье?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家 有 三 口 人。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35040" y="329184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jiā yǒu sān kǒu rén.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моей семье три человека.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46227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 有 一 个 女儿。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35040" y="4462272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yǒu yí ge nǚ'ér.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неё есть дочь.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家 有 几 口 人?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jiā yǒu jǐ kǒu rén?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у вас в семье человек?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家 有 四 口 人。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jiā yǒu sì kǒu rén.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моей семье четыре человека.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女儿 今年 多 大?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nǚ'ér jīnnián duō dà?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лет твоей дочери?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 今年 二十 岁。   </a:t>
            </a:r>
            <a:pPr indent="0" marL="0">
              <a:buNone/>
            </a:pPr>
            <a:r>
              <a:rPr lang="en-US" sz="15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jīnnián èrshí suì.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Ей в этом году двадцать.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5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знаки — учим порядок черт.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水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1031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女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3410712" y="3794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nǚ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02152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женщина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81344" y="21031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了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6181344" y="3794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72784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частица (действие свершилось)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51976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51976" y="21031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</a:t>
            </a:r>
            <a:endParaRPr lang="en-US" sz="9000" dirty="0"/>
          </a:p>
        </p:txBody>
      </p:sp>
      <p:sp>
        <p:nvSpPr>
          <p:cNvPr id="18" name="Text 16"/>
          <p:cNvSpPr/>
          <p:nvPr/>
        </p:nvSpPr>
        <p:spPr>
          <a:xfrm>
            <a:off x="8951976" y="3794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043416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Черты урока: 横撇 (héngpiě) и 撇点 (piědiǎn) — знак 女 хорошо тренирует изгибы.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Запиши иероглифами: 25, 38, 100. → 二十五 · 三十八 · 一百.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Спроси возраст взрослого: 你 今年 多 大?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Вставь счётное слово: 你家有几(   )人? → 口 (kǒu).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Ответь: 你 几 岁? — назови свой возраст по-китайски.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Переведи: «Её дочери в этом году 20 лет» → 她女儿今年二十岁。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Zàijiàn! — До встречи!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5: числа 1–100 · возраст 多大 / 几岁 · 岁 · семья 家 有 口 · 今年 · иероглифы 水 女 了 大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5</dc:title>
  <dc:subject>PptxGenJS Presentation</dc:subject>
  <dc:creator>HSK teaching deck</dc:creator>
  <cp:lastModifiedBy>HSK teaching deck</cp:lastModifiedBy>
  <cp:revision>1</cp:revision>
  <dcterms:created xsi:type="dcterms:W3CDTF">2026-07-05T15:55:45Z</dcterms:created>
  <dcterms:modified xsi:type="dcterms:W3CDTF">2026-07-05T15:55:45Z</dcterms:modified>
</cp:coreProperties>
</file>