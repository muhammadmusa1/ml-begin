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她是我的汉语老师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Tā shì wǒ de Hànyǔ lǎoshī — «Она — мой учитель китайского»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的 · вопрос 谁 · национальность 哪国人 · друзья и одноклассники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Притяжательная частица 的 (de)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de lǎoshī — мой учитель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«кто» — 谁 (shéi)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shéi? — Кто он / она?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Национальность — 哪国人 (nǎ guó rén)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shì nǎ guó rén? — Из какой ты страны?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Люди вокруг: 朋友 · 同学 · 老师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 · одноклассник · учитель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«-ов, мой»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汉语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Hànyǔ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китайский язык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shéi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朋友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péngyou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同学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tóngxué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одноклассник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nǎ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/ который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法国人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Fǎguó rén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Частица 的 (de) — принадлежность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 связывает владельца и предмет — как русское «-ов / мой / чей-то».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的 + предмет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                       то, чем владеет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的 老师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35040" y="329184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de lǎoshī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учитель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的 朋友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35040" y="422452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de péngyou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друг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的 汉语 老师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51572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de Hànyǔ lǎoshī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учитель китайского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 «кто?» — 谁 (shéi)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 ставится там, где в ответе будет имя или человек. Порядок слов не меняется.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谁?</a:t>
            </a:r>
            <a:endParaRPr lang="en-US" sz="2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shéi?</a:t>
            </a:r>
            <a:endParaRPr lang="en-US" sz="2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我 的 汉语 老师。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wǒ de Hànyǔ lǎoshī.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— мой учитель китайского.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Из какой ты страны? — 哪国人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 (nǎ) «какой» + 国 (guó) «страна» + 人 (rén) «человек».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是 哪 国 人?   </a:t>
            </a:r>
            <a:pPr indent="0" marL="0">
              <a:buNone/>
            </a:pPr>
            <a:r>
              <a:rPr lang="en-US" sz="17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shì nǎ guó rén?  —  Из какой ты страны?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5204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Zhōngguó rén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китаец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15968" y="32918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15968" y="35204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美国人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15968" y="4297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Měiguó rén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15968" y="4754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американец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91856" y="32918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91856" y="35204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法国人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991856" y="4297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Fǎguó rén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91856" y="4754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我 是 中国人。 Wǒ shì Zhōngguó rén. — Я китаец.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Люди вокруг нас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есть кто — эти слова часто идут после 我的 (мой).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朋友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péngyou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同学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15968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tóngxué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15968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одноклассник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94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老师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991856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lǎoshī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91856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他 是 我 的 好 朋友。 Tā shì wǒ de hǎo péngyou. — Он мой хороший друг.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谁?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shéi?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она?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我 的 汉语 老师。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wǒ de Hànyǔ lǎoshī.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мой учитель китайского.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哪 国 人?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nǎ guó rén?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какой она страны?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是 中国人。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Zhōngguó rén.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китаянка.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4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знаки-числа и черты — учим порядок написания.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儿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3410712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10712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/ суффикс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几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6181344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81344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/ несколько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8951976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51976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Черты урока: 竖弯钩 (shùwāngōu) и 横折弯钩 (héngzhéwāngōu) — крючки с изгибом.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частицу: 他 是 我 (   ) 朋友。 → 的 (de).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«кто она?» по-китайски: 她 是 谁?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是 哪 国 人? — назови свою страну.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Переведи: «Она мой учитель китайского» → 她是我的汉语老师。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лишнее по смыслу: 朋友 · 同学 · 老师 · 医院.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4: частица 的 · вопрос 谁 · национальность 哪国人 · 朋友 / 同学 / 老师 · иероглифы 七 儿 几 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4</dc:title>
  <dc:subject>PptxGenJS Presentation</dc:subject>
  <dc:creator>HSK teaching deck</dc:creator>
  <cp:lastModifiedBy>HSK teaching deck</cp:lastModifiedBy>
  <cp:revision>1</cp:revision>
  <dcterms:created xsi:type="dcterms:W3CDTF">2026-07-05T15:53:00Z</dcterms:created>
  <dcterms:modified xsi:type="dcterms:W3CDTF">2026-07-05T15:53:00Z</dcterms:modified>
</cp:coreProperties>
</file>