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прошлом уроке поняли: ML учится на данных. Сегодня откроем настоящую таблицу данных и потрогаем её кодом. Сначала разберём домашку — примеры 'данные → решение'.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 всех ваших примерах ML есть данные. Но как они выглядят внутри? Это обычная таблица. Сегодня откроем и потрогаем.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Pandas — это Excel внутри Python. Нужен, потому что тысячи строк руками не пролистать. Главный объект — DataFrame, таблица, которую называем 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Аналогия с классным журналом: строка — ученик (наблюдение), столбцы — рост/оценка (признаки), а столбец, который предсказываем — target. Запомните: наблюдение, признак,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Числовые — измеримые. Категориальные — ярлыки. Машине проще с числами, поэтому позже научимся кодировать категории. Но это потом.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Пройдём эти пять команд в Colab по очереди. Перед каждой объясняю что делает и какой результат ждём. Главный вау — describe(): одной строкой статистика по 891 человеку.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NumPy — супер-калькулятор для списков чисел. Главное отличие: одна операция меняет сразу все числа. grades + 1 прибавляет балл всем сразу, без цикла. На NumPy построены все нейросети.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Откройте Colab-ноутбук урока 2. Пройдите команды. Перед describe() устройте голосование: каким будет средний возраст? Потом сравните. Конкурс на самый интересный факт.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Вывод: данные = таблица, Pandas отвечает за секунды. Домашка: найти свой датасет на Kaggle и описать его — про что, размер, потенциальный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6D5D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· ДАННЫЕ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Данные вокруг нас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знакомство с Pandas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Лента рекомендует тебе видео.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А как данные выглядят ВНУТРИ?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10515600" cy="2468880"/>
          </a:xfrm>
          <a:prstGeom prst="roundRect">
            <a:avLst>
              <a:gd name="adj" fmla="val 4444"/>
            </a:avLst>
          </a:prstGeom>
          <a:solidFill>
            <a:srgbClr val="F5F4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Не магия. Обычная таблица.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3977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Строки, столбцы, числа — как в классном журнале. Сегодня такую таблицу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откроем и узнаем о тысячах объектов всего пятью командами.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0789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960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такое Pandas?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219456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F5F4FF"/>
          </a:solidFill>
          <a:ln/>
        </p:spPr>
      </p:sp>
      <p:sp>
        <p:nvSpPr>
          <p:cNvPr id="6" name="Text 3"/>
          <p:cNvSpPr/>
          <p:nvPr/>
        </p:nvSpPr>
        <p:spPr>
          <a:xfrm>
            <a:off x="1188720" y="21945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Pandas — это </a:t>
            </a:r>
            <a:pPr indent="0" marL="0">
              <a:buNone/>
            </a:pPr>
            <a:r>
              <a:rPr lang="en-US" sz="24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«Excel внутри Python»</a:t>
            </a:r>
            <a:pPr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— библиотека для работы с таблицами.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он нужен: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41148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вручную тысячи строк не пролистать — Pandas отвечает за секунды;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одной командой: среднее, максимум, фильтрация строк;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таблицы Pandas мы кормим данные будущим моделям.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объект — DataFrame (таблица). Его называют df.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Язык данных: три слова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5F4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57400" y="18745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Наблюдение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0584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таблицы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1605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объект: пассажир,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игра, фильм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80560" y="155448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F5F4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0" y="18745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3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Признак (feature)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66344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столбец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41605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характеристика: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возраст, цена, жанр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138160" y="155448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72600" y="1874520"/>
            <a:ext cx="914400" cy="914400"/>
          </a:xfrm>
          <a:prstGeom prst="ellipse">
            <a:avLst/>
          </a:prstGeom>
          <a:solidFill>
            <a:srgbClr val="2E2A6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1031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Target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832104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переменная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21040" y="41605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хотим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предсказать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Два вида признаков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2011680"/>
            <a:ext cx="868680" cy="86868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21284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2103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Числовые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972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измерить и сравнить.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3657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· возраст · рейтинг · рост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11680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21284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Категориальные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5836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Ярлык, категория.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83680" y="3657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жанр · страна · цвет · пол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Машине проще с числами — категории позже превратим в числа.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Пять команд — и ты знаешь всё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63040" y="1554480"/>
            <a:ext cx="9235440" cy="749808"/>
          </a:xfrm>
          <a:prstGeom prst="roundRect">
            <a:avLst>
              <a:gd name="adj" fmla="val 9756"/>
            </a:avLst>
          </a:prstGeom>
          <a:solidFill>
            <a:srgbClr val="ECEAFB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1673352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67335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read_csv()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55448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загрузить таблицу из интернета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463040" y="2468880"/>
            <a:ext cx="9235440" cy="749808"/>
          </a:xfrm>
          <a:prstGeom prst="roundRect">
            <a:avLst>
              <a:gd name="adj" fmla="val 9756"/>
            </a:avLst>
          </a:prstGeom>
          <a:solidFill>
            <a:srgbClr val="F5F4FF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2587752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58775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показать первые 5 строк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463040" y="3383280"/>
            <a:ext cx="9235440" cy="749808"/>
          </a:xfrm>
          <a:prstGeom prst="roundRect">
            <a:avLst>
              <a:gd name="adj" fmla="val 9756"/>
            </a:avLst>
          </a:prstGeom>
          <a:solidFill>
            <a:srgbClr val="ECE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1645920" y="3502152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350215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38328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строк и столбцов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463040" y="4297680"/>
            <a:ext cx="9235440" cy="749808"/>
          </a:xfrm>
          <a:prstGeom prst="roundRect">
            <a:avLst>
              <a:gd name="adj" fmla="val 9756"/>
            </a:avLst>
          </a:prstGeom>
          <a:solidFill>
            <a:srgbClr val="F5F4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645920" y="4416552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441655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info()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столбцы и где пропуски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463040" y="5212080"/>
            <a:ext cx="9235440" cy="749808"/>
          </a:xfrm>
          <a:prstGeom prst="roundRect">
            <a:avLst>
              <a:gd name="adj" fmla="val 9756"/>
            </a:avLst>
          </a:prstGeom>
          <a:solidFill>
            <a:srgbClr val="ECE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1645920" y="5330952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E1B4B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533095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0" y="521208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среднее, минимум, максимум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005840" cy="10058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515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А ещё есть NumPy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196596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2E2A6B"/>
          </a:solidFill>
          <a:ln/>
        </p:spPr>
      </p:sp>
      <p:sp>
        <p:nvSpPr>
          <p:cNvPr id="6" name="Text 3"/>
          <p:cNvSpPr/>
          <p:nvPr/>
        </p:nvSpPr>
        <p:spPr>
          <a:xfrm>
            <a:off x="1188720" y="19659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DEC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Если Pandas — это таблицы, то NumPy — </a:t>
            </a:r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супер-калькулятор для списков чисел.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5840" y="32918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обрабатывает сразу тысячи чисел за одну операцию;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нём построены все ML-библиотеки и нейросети;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Pandas внутри использует NumPy.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493776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11102E"/>
          </a:solidFill>
          <a:ln w="12700">
            <a:solidFill>
              <a:srgbClr val="6D5D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493776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7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 = np.array([5, 4, 3, 5])
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7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 + 1  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[6, 5, 4, 6]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6D5DF6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Твой ход: открой данные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05840" y="3108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 датасет и пройди 4 команды по порядку.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Запиши: сколько строк и столбцов в таблице.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Назови 2 числовых и 2 категориальных признака.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3492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2E2A6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5504688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534924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Соревнование: кто найдёт самый неожиданный факт в данных?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8229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Главный вывод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097280" y="256032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 основе любого ML лежат данные в виде таблицы.</a:t>
            </a:r>
            <a:endParaRPr lang="en-US" sz="2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Одна команда отвечает на вопрос быстрее, чем час работы вручную.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463040" y="4206240"/>
            <a:ext cx="9235440" cy="1920240"/>
          </a:xfrm>
          <a:prstGeom prst="roundRect">
            <a:avLst>
              <a:gd name="adj" fmla="val 5714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737360" y="4389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48463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на kaggle.com свой датасет на интересную тему (спорт, музыка, игры, аниме).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Запиши: про что он, сколько строк и столбцов, и какой столбец мог бы быть target.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2 — Данные вокруг нас</dc:title>
  <dc:subject>PptxGenJS Presentation</dc:subject>
  <dc:creator>PptxGenJS</dc:creator>
  <cp:lastModifiedBy>PptxGenJS</cp:lastModifiedBy>
  <cp:revision>1</cp:revision>
  <dcterms:created xsi:type="dcterms:W3CDTF">2026-06-17T16:39:40Z</dcterms:created>
  <dcterms:modified xsi:type="dcterms:W3CDTF">2026-06-17T16:39:40Z</dcterms:modified>
</cp:coreProperties>
</file>