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Продолжение домашки урока 5. Вчера KNN показал 0.87 — но проверяли на тех же данных. Сегодня узнаем, почему это нечестно и как правильно.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домашки урока 5. Аналогия: видел ответы контрольной заранее — пятёрка не значит, что умный. Модель, проверенная на своих же данных — то же самое.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Делим: train 80% (учится), test 20% (новая контрольная, модель не видит). Учим на train, проверяем на test. Код — одна строка train_test_split.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 0.99 / test 0.65 — зазубрила. Train 0.82 / test 0.80 — поняла. Хорошая модель — у кого хороший TEST, а не train. Голосование: какая модель лучше?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Открой ноутбук урока 6. Раздели, обучи на train, проверь на test, сравни точности. Соревнование на лучший K — теперь честно, по тесту. Цифры скромнее, но настоящие.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Правило: train учим, test проверяем. Близко — поняла, разрыв — зазубрила. Домашка: лучший K по тесту, сравнить train/test, подумать про маленькие данные (подводка к кросс-валидации).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6D5DF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6 · ЧЕСТНАЯ ОЦЕНКА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Train / Test Split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честно проверить модель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Вчера модель показала 0.87.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Но проверяли на тех же пассажирах, что она запомнила…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0515600" cy="2651760"/>
          </a:xfrm>
          <a:prstGeom prst="roundRect">
            <a:avLst>
              <a:gd name="adj" fmla="val 4138"/>
            </a:avLst>
          </a:prstGeom>
          <a:solidFill>
            <a:srgbClr val="F5F4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1089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0" y="31089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Это как списать с ответов на контрольной.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188720" y="41148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Учитель дал контрольную, а ты заранее видел все ответы. Получил пятёрку.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 ли это, что ты умный? Нет — ты просто видел ответы. С моделью так же.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8308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Решение: делим данные на 2 части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822960" y="2011680"/>
            <a:ext cx="8046720" cy="1554480"/>
          </a:xfrm>
          <a:prstGeom prst="roundRect">
            <a:avLst>
              <a:gd name="adj" fmla="val 5882"/>
            </a:avLst>
          </a:prstGeom>
          <a:solidFill>
            <a:srgbClr val="6D5DF6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0584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80%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этих данных модель УЧИТСЯ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052560" y="201168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22D3E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052560" y="20116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
20%
</a:t>
            </a:r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модель НЕ видит при обучении — это «новая контрольная».
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Учим на train  →  проверяем на test  →  точность честная.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22960" y="544068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11102E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54406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train_test_split(X, y, test_size=0.2)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Зазубрил или понял?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029200" cy="3017520"/>
          </a:xfrm>
          <a:prstGeom prst="roundRect">
            <a:avLst>
              <a:gd name="adj" fmla="val 3636"/>
            </a:avLst>
          </a:prstGeom>
          <a:solidFill>
            <a:srgbClr val="F5F4FF"/>
          </a:solidFill>
          <a:ln w="25400">
            <a:solidFill>
              <a:srgbClr val="F472A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828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64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Зазубрила 😬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97280" y="25603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Train:  0.99
</a:t>
            </a:r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D645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  0.65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3840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разрыв = вызубрила примеры, но не поняла тему.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029200" cy="3017520"/>
          </a:xfrm>
          <a:prstGeom prst="roundRect">
            <a:avLst>
              <a:gd name="adj" fmla="val 3636"/>
            </a:avLst>
          </a:prstGeom>
          <a:solidFill>
            <a:srgbClr val="F5F4FF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828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Поняла 😎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583680" y="25603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Train:  0.82
</a:t>
            </a:r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  0.80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0" y="3840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Близкие цифры = модель честно работает на новых данных.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Хорошая модель — не та, у кого выше train, а та, у кого ХОРОШИЙ test.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6D5DF6">
              <a:alpha val="2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Твой ход: проверь честно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005840" y="31089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Раздели данные на train и test.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Обучи KNN на train, проверь на test.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 две точности — какая честнее?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53492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2E2A6B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5349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Соревнование: чей K даёт лучшую точность НА ТЕСТЕ (теперь честно)?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400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600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Главное правило ML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097280" y="228600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Учим на train, проверяем на test.</a:t>
            </a:r>
            <a:endParaRPr lang="en-US" sz="2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Близкие цифры = поняла. Большой разрыв = зазубрила.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463040" y="3931920"/>
            <a:ext cx="9235440" cy="2194560"/>
          </a:xfrm>
          <a:prstGeom prst="roundRect">
            <a:avLst>
              <a:gd name="adj" fmla="val 5000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737360" y="4114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37360" y="45720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K с лучшей точностью НА ТЕСТЕ (не на train!).
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 train и test точность при K=5. Что больше? Почему?
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Подумай: если данных всего 10 строк — можно ли честно поделить?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6 — Train/Test</dc:title>
  <dc:subject>PptxGenJS Presentation</dc:subject>
  <dc:creator>PptxGenJS</dc:creator>
  <cp:lastModifiedBy>PptxGenJS</cp:lastModifiedBy>
  <cp:revision>1</cp:revision>
  <dcterms:created xsi:type="dcterms:W3CDTF">2026-06-27T03:19:40Z</dcterms:created>
  <dcterms:modified xsi:type="dcterms:W3CDTF">2026-06-27T03:19:40Z</dcterms:modified>
</cp:coreProperties>
</file>