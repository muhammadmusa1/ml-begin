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4630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27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029968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59689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3163824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5 · НЕДЕЛЯ 10 · AUTOML И AI-ИНСТРУМЕНТЫ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AutoML: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ускоряем работу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сама перебирает модели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 · 90 минут · AutoGluon + Hugging Face Hub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мы делали руками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(уроки 5–12)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выбирали KNN, дерево, лес; подбирали параметры; сравнивали метрики — несколько уроков.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383280"/>
          </a:xfrm>
          <a:prstGeom prst="roundRect">
            <a:avLst>
              <a:gd name="adj" fmla="val 3243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— и машина сама перебирает десятки моделей и выбирает лучшую.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  <p:sp>
        <p:nvSpPr>
          <p:cNvPr id="901" name="Analogy"/>
          <p:cNvSpPr/>
          <p:nvPr/>
        </p:nvSpPr>
        <p:spPr>
          <a:xfrm>
            <a:off x="594360" y="5560000"/>
            <a:ext cx="11002975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ru-RU" sz="1100" b="1" dirty="0">
                <a:solidFill>
                  <a:srgbClr val="27D3EE"/>
                </a:solidFill>
                <a:latin typeface="Calibri" pitchFamily="34" charset="0"/>
              </a:rPr>
              <a:t>АНАЛОГИЯ · КУХОННЫЙ КОМБАЙН</a:t>
            </a:r>
          </a:p>
          <a:p>
            <a:pPr indent="0" marL="0">
              <a:lnSpc>
                <a:spcPct val="120000"/>
              </a:lnSpc>
              <a:buNone/>
            </a:pPr>
            <a:r>
              <a:rPr lang="ru-RU" sz="1500" dirty="0">
                <a:solidFill>
                  <a:srgbClr val="D9D4F2"/>
                </a:solidFill>
                <a:latin typeface="Calibri" pitchFamily="34" charset="0"/>
              </a:rPr>
              <a:t>Резать овощи руками — это обучать модели вручную. AutoML — комбайн: загрузил данные, нажал кнопку — готовый результат за секунды.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AutoML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Пробует модели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лес, бустинг…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Подбирает настройки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36676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ансамбли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выбирает лучшую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сильный бейзлайн за минуты. Но метрику и утечку данных всё равно проверяем мы.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Лидерборд: AutoML vs ручная модель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ЛогРег (AutoML)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52360" y="2359152"/>
            <a:ext cx="3028493" cy="310896"/>
          </a:xfrm>
          <a:prstGeom prst="roundRect">
            <a:avLst>
              <a:gd name="adj" fmla="val 14706"/>
            </a:avLst>
          </a:prstGeom>
          <a:solidFill>
            <a:srgbClr val="27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408615" y="22402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154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(ручная)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52360" y="3273552"/>
            <a:ext cx="2958998" cy="310896"/>
          </a:xfrm>
          <a:prstGeom prst="roundRect">
            <a:avLst>
              <a:gd name="adj" fmla="val 14706"/>
            </a:avLst>
          </a:prstGeom>
          <a:solidFill>
            <a:srgbClr val="8B7DF5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8615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069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52360" y="4187952"/>
            <a:ext cx="2948026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21" name="Text 19"/>
          <p:cNvSpPr/>
          <p:nvPr/>
        </p:nvSpPr>
        <p:spPr>
          <a:xfrm>
            <a:off x="10408615" y="40690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983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52360" y="5102352"/>
            <a:ext cx="2889504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27" name="Text 25"/>
          <p:cNvSpPr/>
          <p:nvPr/>
        </p:nvSpPr>
        <p:spPr>
          <a:xfrm>
            <a:off x="10408615" y="4983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ЛогРег наверху — это логистическая регрессия, простая линейная модель для классификации. На чистых пингвинах все модели ~99%: AutoML впереди чуть-чуть, но на больших грязных данных выигрывает заметнее.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AutoML НЕ заменяет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«Чёрный ящик»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выдаёт результат, но плохо объясняет, почему именно так.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— на нас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ли утечки данных? Та ли метрика? Честная ли проверка (test/CV)?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МОДЕЛИ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 склад готовых обученных моделей: перевод, тональность, распознавание.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ru-RU" sz="1500" dirty="0">
                <a:solidFill>
                  <a:srgbClr val="9A92C7"/>
                </a:solidFill>
                <a:latin typeface="Calibri" pitchFamily="34" charset="0"/>
              </a:rPr>
              <a:t>Как магазин приложений, только для ML: находишь нужную модель и берёшь готовую.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4023360"/>
            <a:ext cx="11002975" cy="215000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200000"/>
            <a:ext cx="10271455" cy="1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pipeline('translation', model='Helsinki-NLP/opus-mt-en-ru')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model('Hello!')   # 'Здравствуй!'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543000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задачу можно решить, вообще ничего не обучая — берёшь готовую модель и используешь.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сам перебирает модели и выбирает лучшую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сильный бейзлайн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заменяет проверку: утечка, метрика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— склад готовых моделей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мини-AutoML на своём датасете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лучшую модель с ручной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на Hub готовую модель под свою задачу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20: опубликуем модель как сайт.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МИНИ-ЗАДАНИЕ · 3–5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свою модель на Hugging 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Зайди на huggingface.co/models — тысячи готовых моделей на любую задачу: перевод, эмоции, картинки, звук.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402336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25196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модель для перевода или распознавания эмоций → напиши её название в чат. Кто быстрее найдёт рабочую?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2026-07-06T17:35:21Z</dcterms:created>
  <dcterms:modified xsi:type="dcterms:W3CDTF">2026-07-06T17:35:21Z</dcterms:modified>
</cp:coreProperties>
</file>