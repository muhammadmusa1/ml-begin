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4 · НЕДЕЛЯ 11 · ФИНАЛЬНЫЙ ПРОЕКТ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проект: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питч и старт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Твоя идея — от задачи до модели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21 · 90 минут · то, что покажешь родителям и в портфолио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961120" y="3291840"/>
            <a:ext cx="1554480" cy="292608"/>
          </a:xfrm>
          <a:prstGeom prst="roundRect">
            <a:avLst>
              <a:gd name="adj" fmla="val 37500"/>
            </a:avLst>
          </a:prstGeom>
          <a:solidFill>
            <a:srgbClr val="27D3EE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3657600"/>
            <a:ext cx="1920240" cy="292608"/>
          </a:xfrm>
          <a:prstGeom prst="roundRect">
            <a:avLst>
              <a:gd name="adj" fmla="val 37500"/>
            </a:avLst>
          </a:prstGeom>
          <a:solidFill>
            <a:srgbClr val="8B7DF5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4023360"/>
            <a:ext cx="1920240" cy="292608"/>
          </a:xfrm>
          <a:prstGeom prst="roundRect">
            <a:avLst>
              <a:gd name="adj" fmla="val 37500"/>
            </a:avLst>
          </a:prstGeom>
          <a:solidFill>
            <a:srgbClr val="5B4FC4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0" y="4389120"/>
            <a:ext cx="1737360" cy="292608"/>
          </a:xfrm>
          <a:prstGeom prst="roundRect">
            <a:avLst>
              <a:gd name="adj" fmla="val 37500"/>
            </a:avLst>
          </a:prstGeom>
          <a:solidFill>
            <a:srgbClr val="2C255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ВОВЛЕЧЕНИЕ · 0–2 МИН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2860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бы ты хотел создать сам?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58368" y="3611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то, что ты покажешь родителям на Demo Day.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452628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241E42"/>
          </a:solidFill>
          <a:ln w="19050">
            <a:solidFill>
              <a:srgbClr val="8B7D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7091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Мозговой штурм · 2 минуты
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Запиши 3 идеи: что было бы круто уметь предсказывать или определять автоматически?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69848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Каким бывает проект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1394460" y="2148840"/>
            <a:ext cx="1097280" cy="1097280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" y="235000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5204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 настроения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4251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тексту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502152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241E42"/>
          </a:solidFill>
          <a:ln/>
        </p:spPr>
      </p:sp>
      <p:sp>
        <p:nvSpPr>
          <p:cNvPr id="10" name="Shape 7"/>
          <p:cNvSpPr/>
          <p:nvPr/>
        </p:nvSpPr>
        <p:spPr>
          <a:xfrm>
            <a:off x="4256532" y="2148840"/>
            <a:ext cx="1097280" cy="1097280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350008"/>
            <a:ext cx="694944" cy="6949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35204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 оценки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639312" y="4251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часам учёбы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64224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241E42"/>
          </a:solidFill>
          <a:ln/>
        </p:spPr>
      </p:sp>
      <p:sp>
        <p:nvSpPr>
          <p:cNvPr id="15" name="Shape 11"/>
          <p:cNvSpPr/>
          <p:nvPr/>
        </p:nvSpPr>
        <p:spPr>
          <a:xfrm>
            <a:off x="7118604" y="2148840"/>
            <a:ext cx="1097280" cy="1097280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2" y="2350008"/>
            <a:ext cx="694944" cy="6949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35204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Рекомендатор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501384" y="4251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фильмов / игр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9226296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241E42"/>
          </a:solidFill>
          <a:ln/>
        </p:spPr>
      </p:sp>
      <p:sp>
        <p:nvSpPr>
          <p:cNvPr id="20" name="Shape 15"/>
          <p:cNvSpPr/>
          <p:nvPr/>
        </p:nvSpPr>
        <p:spPr>
          <a:xfrm>
            <a:off x="9980676" y="2148840"/>
            <a:ext cx="1097280" cy="1097280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1844" y="2350008"/>
            <a:ext cx="694944" cy="6949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63456" y="35204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Игровая статистика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363456" y="4251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и прогноз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сложное — а понятное, честное и работающее.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069848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ВЫБРАТЬ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реализуемой задачи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39112"/>
            <a:ext cx="493776" cy="49377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579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65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Задача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0" y="19659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или регрессия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83464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241E42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2999232"/>
            <a:ext cx="493776" cy="49377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11810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2926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Данные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572000" y="2926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 достать, достаточно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241E42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3959352"/>
            <a:ext cx="493776" cy="49377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7822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886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Метрика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572000" y="38862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успех можно измерить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40080" y="475488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241E42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919472"/>
            <a:ext cx="493776" cy="49377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50383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846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Время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4572000" y="484632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успеваем за оставшиеся уроки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Питч идеи — 2 минуты: задача, что предсказываешь, метрика, источник данных.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069848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ПИТЧ ИДЕИ · 2 МИНУТЫ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питча: 5 предложений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06524"/>
            <a:ext cx="438912" cy="438912"/>
          </a:xfrm>
          <a:prstGeom prst="ellipse">
            <a:avLst/>
          </a:prstGeom>
          <a:solidFill>
            <a:srgbClr val="2C255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65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предсказываю?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94960" y="178308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предложение — задача проекта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241E42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729484"/>
            <a:ext cx="438912" cy="438912"/>
          </a:xfrm>
          <a:prstGeom prst="ellipse">
            <a:avLst/>
          </a:prstGeom>
          <a:solidFill>
            <a:srgbClr val="2C255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294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6060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важно?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260604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и чем полезно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241E42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552444"/>
            <a:ext cx="438912" cy="438912"/>
          </a:xfrm>
          <a:prstGeom prst="ellipse">
            <a:avLst/>
          </a:prstGeom>
          <a:solidFill>
            <a:srgbClr val="2C255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524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34290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беру данные?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4960" y="342900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и сколько их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241E42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375404"/>
            <a:ext cx="438912" cy="438912"/>
          </a:xfrm>
          <a:prstGeom prst="ellipse">
            <a:avLst/>
          </a:prstGeom>
          <a:solidFill>
            <a:srgbClr val="2C255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3754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42519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оцениваю?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425196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метрика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507492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241E42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5198364"/>
            <a:ext cx="438912" cy="438912"/>
          </a:xfrm>
          <a:prstGeom prst="ellipse">
            <a:avLst/>
          </a:prstGeom>
          <a:solidFill>
            <a:srgbClr val="2C2552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1983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54480" y="5074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уже сделал?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94960" y="507492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/ первичная модель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Коротко и по делу — ровно 2 минуты. Учитель помогает сузить задачу.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69848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— как постройка дома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39112"/>
            <a:ext cx="493776" cy="49377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579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65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023360" y="1965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чертёж дома — что и зачем строим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83464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241E42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2999232"/>
            <a:ext cx="493776" cy="49377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11810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2926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023360" y="2926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материалы — без них не построить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241E42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3959352"/>
            <a:ext cx="493776" cy="49377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7822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8862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023360" y="3886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отметка на стене — её нужно перерасти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40080" y="475488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241E42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919472"/>
            <a:ext cx="493776" cy="493776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50383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846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4023360" y="4846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каркас и сборка — всё держится вместе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строить дом без чертежа и материалов — модель тоже. А baseline показывает, что модель реально что-то умеет.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069848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 проекта: 4 шага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331720" cy="2011680"/>
          </a:xfrm>
          <a:prstGeom prst="roundRect">
            <a:avLst>
              <a:gd name="adj" fmla="val 5455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1303020" y="2788920"/>
            <a:ext cx="1005840" cy="1005840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188" y="2990088"/>
            <a:ext cx="603504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8862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990088" y="3108960"/>
            <a:ext cx="4206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3429000" y="2468880"/>
            <a:ext cx="2331720" cy="2011680"/>
          </a:xfrm>
          <a:prstGeom prst="roundRect">
            <a:avLst>
              <a:gd name="adj" fmla="val 5455"/>
            </a:avLst>
          </a:prstGeom>
          <a:solidFill>
            <a:srgbClr val="241E42"/>
          </a:solidFill>
          <a:ln/>
        </p:spPr>
      </p:sp>
      <p:sp>
        <p:nvSpPr>
          <p:cNvPr id="10" name="Shape 7"/>
          <p:cNvSpPr/>
          <p:nvPr/>
        </p:nvSpPr>
        <p:spPr>
          <a:xfrm>
            <a:off x="4091940" y="2788920"/>
            <a:ext cx="1005840" cy="1005840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108" y="299008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38862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779008" y="3108960"/>
            <a:ext cx="4206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6217920" y="2468880"/>
            <a:ext cx="2331720" cy="2011680"/>
          </a:xfrm>
          <a:prstGeom prst="roundRect">
            <a:avLst>
              <a:gd name="adj" fmla="val 5455"/>
            </a:avLst>
          </a:prstGeom>
          <a:solidFill>
            <a:srgbClr val="241E42"/>
          </a:solidFill>
          <a:ln/>
        </p:spPr>
      </p:sp>
      <p:sp>
        <p:nvSpPr>
          <p:cNvPr id="15" name="Shape 11"/>
          <p:cNvSpPr/>
          <p:nvPr/>
        </p:nvSpPr>
        <p:spPr>
          <a:xfrm>
            <a:off x="6880860" y="2788920"/>
            <a:ext cx="1005840" cy="1005840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028" y="2990088"/>
            <a:ext cx="603504" cy="6035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38862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67928" y="3108960"/>
            <a:ext cx="4206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9" name="Shape 14"/>
          <p:cNvSpPr/>
          <p:nvPr/>
        </p:nvSpPr>
        <p:spPr>
          <a:xfrm>
            <a:off x="9006840" y="2468880"/>
            <a:ext cx="2331720" cy="2011680"/>
          </a:xfrm>
          <a:prstGeom prst="roundRect">
            <a:avLst>
              <a:gd name="adj" fmla="val 5455"/>
            </a:avLst>
          </a:prstGeom>
          <a:solidFill>
            <a:srgbClr val="241E42"/>
          </a:solidFill>
          <a:ln/>
        </p:spPr>
      </p:sp>
      <p:sp>
        <p:nvSpPr>
          <p:cNvPr id="20" name="Shape 15"/>
          <p:cNvSpPr/>
          <p:nvPr/>
        </p:nvSpPr>
        <p:spPr>
          <a:xfrm>
            <a:off x="9669780" y="2788920"/>
            <a:ext cx="1005840" cy="1005840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0948" y="2990088"/>
            <a:ext cx="603504" cy="6035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06840" y="38862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— не идеальная модель, а рабочая точка. Pipeline обязателен (стандарт с урока 10).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069848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должно быть к концу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241E4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011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старт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60120" y="274320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Чёткая, реализуемая задача + метрика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загружены и разделены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baseline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Первичная модель в Pipeline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72200" y="178308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241E4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011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2011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492240" y="274320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Дособрать данные, проверить качество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Довести первичную модель (чистый ноутбук)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идею интерфейса: вход → ответ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512064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5B4FC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32180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512064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урок 22: улучшаем модель и делаем сайт. Финал — Demo Day для родителей.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0698480" y="6309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2026-08-21T16:13:25Z</dcterms:created>
  <dcterms:modified xsi:type="dcterms:W3CDTF">2026-08-21T16:13:25Z</dcterms:modified>
</cp:coreProperties>
</file>