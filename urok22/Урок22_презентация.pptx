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ФАЗА 4 · НЕДЕЛЯ 11 · ФИНАЛЬНЫЙ ПРОЕКТ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и интерфейс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модели — к готовому продукту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22 · 90 минут · улучшение + Gradio + презентация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961120" y="3291840"/>
            <a:ext cx="1554480" cy="292608"/>
          </a:xfrm>
          <a:prstGeom prst="roundRect">
            <a:avLst>
              <a:gd name="adj" fmla="val 37500"/>
            </a:avLst>
          </a:prstGeom>
          <a:solidFill>
            <a:srgbClr val="27D3EE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0" y="3657600"/>
            <a:ext cx="1920240" cy="292608"/>
          </a:xfrm>
          <a:prstGeom prst="roundRect">
            <a:avLst>
              <a:gd name="adj" fmla="val 37500"/>
            </a:avLst>
          </a:prstGeom>
          <a:solidFill>
            <a:srgbClr val="8B7DF5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0" y="4023360"/>
            <a:ext cx="1920240" cy="292608"/>
          </a:xfrm>
          <a:prstGeom prst="roundRect">
            <a:avLst>
              <a:gd name="adj" fmla="val 37500"/>
            </a:avLst>
          </a:prstGeom>
          <a:solidFill>
            <a:srgbClr val="5B4FC4"/>
          </a:solidFill>
          <a:ln/>
        </p:spPr>
      </p:sp>
      <p:sp>
        <p:nvSpPr>
          <p:cNvPr id="9" name="Shape 7"/>
          <p:cNvSpPr/>
          <p:nvPr/>
        </p:nvSpPr>
        <p:spPr>
          <a:xfrm>
            <a:off x="8869680" y="4389120"/>
            <a:ext cx="1737360" cy="292608"/>
          </a:xfrm>
          <a:prstGeom prst="roundRect">
            <a:avLst>
              <a:gd name="adj" fmla="val 37500"/>
            </a:avLst>
          </a:prstGeom>
          <a:solidFill>
            <a:srgbClr val="2C255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ВОВЛЕЧЕНИЕ · 0–5 МИН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868680" cy="8686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1488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тебя уже есть работающая модель.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58368" y="2880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она станет тем, что можно показать.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3931920"/>
            <a:ext cx="5257800" cy="1554480"/>
          </a:xfrm>
          <a:prstGeom prst="roundRect">
            <a:avLst>
              <a:gd name="adj" fmla="val 7059"/>
            </a:avLst>
          </a:prstGeom>
          <a:solidFill>
            <a:srgbClr val="241E42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4206240"/>
            <a:ext cx="1005840" cy="1005840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434840"/>
            <a:ext cx="548640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103120" y="422452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Улучшить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2103120" y="4681728"/>
            <a:ext cx="3611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огранить алмаз — довести до блеска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172200" y="3931920"/>
            <a:ext cx="5257800" cy="1554480"/>
          </a:xfrm>
          <a:prstGeom prst="roundRect">
            <a:avLst>
              <a:gd name="adj" fmla="val 7059"/>
            </a:avLst>
          </a:prstGeom>
          <a:solidFill>
            <a:srgbClr val="241E42"/>
          </a:solidFill>
          <a:ln/>
        </p:spPr>
      </p:sp>
      <p:sp>
        <p:nvSpPr>
          <p:cNvPr id="12" name="Shape 8"/>
          <p:cNvSpPr/>
          <p:nvPr/>
        </p:nvSpPr>
        <p:spPr>
          <a:xfrm>
            <a:off x="6446520" y="4206240"/>
            <a:ext cx="1005840" cy="1005840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434840"/>
            <a:ext cx="548640" cy="5486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635240" y="422452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Упаковать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635240" y="4681728"/>
            <a:ext cx="3611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продукта — сайт, README, рассказ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версия, которую ты покажешь родителям на Demo Day.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0698480" y="63093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ЗНАЧИТ «УЛУЧШИТЬ»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100%, а честно и лучше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241E42"/>
          </a:solidFill>
          <a:ln/>
        </p:spPr>
      </p:sp>
      <p:sp>
        <p:nvSpPr>
          <p:cNvPr id="5" name="Shape 3"/>
          <p:cNvSpPr/>
          <p:nvPr/>
        </p:nvSpPr>
        <p:spPr>
          <a:xfrm>
            <a:off x="1394460" y="2148840"/>
            <a:ext cx="1097280" cy="1097280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5628" y="2350008"/>
            <a:ext cx="694944" cy="6949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5204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Другие модели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7240" y="4114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AutoML, бустинг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502152" y="182880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241E42"/>
          </a:solidFill>
          <a:ln/>
        </p:spPr>
      </p:sp>
      <p:sp>
        <p:nvSpPr>
          <p:cNvPr id="10" name="Shape 7"/>
          <p:cNvSpPr/>
          <p:nvPr/>
        </p:nvSpPr>
        <p:spPr>
          <a:xfrm>
            <a:off x="4256532" y="2148840"/>
            <a:ext cx="1097280" cy="1097280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2350008"/>
            <a:ext cx="694944" cy="6949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39312" y="35204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Признаки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3639312" y="4114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новые, продуманные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64224" y="182880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241E42"/>
          </a:solidFill>
          <a:ln/>
        </p:spPr>
      </p:sp>
      <p:sp>
        <p:nvSpPr>
          <p:cNvPr id="15" name="Shape 11"/>
          <p:cNvSpPr/>
          <p:nvPr/>
        </p:nvSpPr>
        <p:spPr>
          <a:xfrm>
            <a:off x="7118604" y="2148840"/>
            <a:ext cx="1097280" cy="1097280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772" y="2350008"/>
            <a:ext cx="694944" cy="6949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01384" y="35204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Параметры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501384" y="4114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9226296" y="182880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241E42"/>
          </a:solidFill>
          <a:ln/>
        </p:spPr>
      </p:sp>
      <p:sp>
        <p:nvSpPr>
          <p:cNvPr id="20" name="Shape 15"/>
          <p:cNvSpPr/>
          <p:nvPr/>
        </p:nvSpPr>
        <p:spPr>
          <a:xfrm>
            <a:off x="9980676" y="2148840"/>
            <a:ext cx="1097280" cy="1097280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844" y="2350008"/>
            <a:ext cx="694944" cy="6949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63456" y="35204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Метрика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9363456" y="4114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правильная (урок 11)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Улучшение — честно измерить метрику и понять, где модель ошибается.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10698480" y="63093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УЛУЧШЕНИЕ НА ПРАКТИКЕ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и после: покажи, что модель растёт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4206240" cy="1737360"/>
          </a:xfrm>
          <a:prstGeom prst="roundRect">
            <a:avLst>
              <a:gd name="adj" fmla="val 6316"/>
            </a:avLst>
          </a:prstGeom>
          <a:solidFill>
            <a:srgbClr val="241E4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116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· baseline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5074920" y="2377440"/>
            <a:ext cx="1097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4206240" cy="1737360"/>
          </a:xfrm>
          <a:prstGeom prst="roundRect">
            <a:avLst>
              <a:gd name="adj" fmla="val 6316"/>
            </a:avLst>
          </a:prstGeom>
          <a:solidFill>
            <a:srgbClr val="241E42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20116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· твоя модель в Pipeline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17920" y="237744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822960" y="36118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 пингвины (3 вида) · accuracy на test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2C2552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315968"/>
            <a:ext cx="457200" cy="4572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54480" y="416052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огранка алмаза: </a:t>
            </a:r>
            <a:pPr indent="0" marL="0">
              <a:buNone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камень (модель) уже есть — параметрами и признаками придаём блеск.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40080" y="507492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41E42"/>
          </a:solidFill>
          <a:ln w="19050">
            <a:solidFill>
              <a:srgbClr val="27D3E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25780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554480" y="5074920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Проверь свою модель · 2 минуты  </a:t>
            </a:r>
            <a:pPr indent="0" marL="0"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запусти GridSearchCV, запиши метрику до и после. Обыграла baseline?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10698480" y="63093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→ веб-интерфейс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82880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Оборачиваем модель в Gradio: пользователь вводит данные — получает предсказание.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40080" y="297180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0E0B22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97180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gr.Interface(fn=predict, inputs=[...], outputs=gr.Label()).launch(share=True)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434340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241E42"/>
          </a:solidFill>
          <a:ln/>
        </p:spPr>
      </p:sp>
      <p:sp>
        <p:nvSpPr>
          <p:cNvPr id="9" name="Text 6"/>
          <p:cNvSpPr/>
          <p:nvPr/>
        </p:nvSpPr>
        <p:spPr>
          <a:xfrm>
            <a:off x="960120" y="434340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Важно: </a:t>
            </a:r>
            <a:pPr indent="0" marL="0">
              <a:buNone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принимает данные в том же формате, что ждёт модель (те же признаки). Проверь на новых примерах.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Входы формы = признаки модели. Иначе интерфейс не заработает.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РАССКАЗ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презентации и README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3840480"/>
          </a:xfrm>
          <a:prstGeom prst="roundRect">
            <a:avLst>
              <a:gd name="adj" fmla="val 2857"/>
            </a:avLst>
          </a:prstGeom>
          <a:solidFill>
            <a:srgbClr val="241E4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116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20116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Слайды (3–5)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60120" y="2743200"/>
            <a:ext cx="4754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— что и зачем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— откуда, сколько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— метрика vs baseline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— интерфейс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 — где ошибается, что дальше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83080"/>
            <a:ext cx="5349240" cy="3840480"/>
          </a:xfrm>
          <a:prstGeom prst="roundRect">
            <a:avLst>
              <a:gd name="adj" fmla="val 2857"/>
            </a:avLst>
          </a:prstGeom>
          <a:solidFill>
            <a:srgbClr val="241E4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116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40880" y="20116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492240" y="2743200"/>
            <a:ext cx="4754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 проект и задача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модель (в Pipeline)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(метрика)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запустить / ссылка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Рассказывай историю «задача → результат», а не показывай код.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0698480" y="63093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УРОКА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должно быть к концу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3108960"/>
          </a:xfrm>
          <a:prstGeom prst="roundRect">
            <a:avLst>
              <a:gd name="adj" fmla="val 3529"/>
            </a:avLst>
          </a:prstGeom>
          <a:solidFill>
            <a:srgbClr val="241E4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116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Чек-лист готовности к уроку 23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05840" y="27432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Модель улучшена и честно оценена (метрика vs baseline)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Работает веб-интерфейс (Gradio), проверен на новых данных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Есть структура презентации (3–5 слайдов)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Черновик README готов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40080" y="512064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5B4FC4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32180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5120640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Дальше: урок 23 — репетиция и деплой · урок 24 — Demo Day: защита проекта перед родителями.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0698480" y="63093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2026-08-21T16:07:28Z</dcterms:created>
  <dcterms:modified xsi:type="dcterms:W3CDTF">2026-08-21T16:07:28Z</dcterms:modified>
</cp:coreProperties>
</file>