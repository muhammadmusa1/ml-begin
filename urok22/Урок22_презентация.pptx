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6459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2C2552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64592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B4FC4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1773936"/>
            <a:ext cx="128016" cy="128016"/>
          </a:xfrm>
          <a:prstGeom prst="ellipse">
            <a:avLst/>
          </a:prstGeom>
          <a:solidFill>
            <a:srgbClr val="FF7A8A"/>
          </a:solidFill>
          <a:ln/>
        </p:spPr>
      </p:sp>
      <p:sp>
        <p:nvSpPr>
          <p:cNvPr id="5" name="Shape 3"/>
          <p:cNvSpPr/>
          <p:nvPr/>
        </p:nvSpPr>
        <p:spPr>
          <a:xfrm>
            <a:off x="9445752" y="1773936"/>
            <a:ext cx="128016" cy="128016"/>
          </a:xfrm>
          <a:prstGeom prst="ellipse">
            <a:avLst/>
          </a:prstGeom>
          <a:solidFill>
            <a:srgbClr val="FFD36E"/>
          </a:solidFill>
          <a:ln/>
        </p:spPr>
      </p:sp>
      <p:sp>
        <p:nvSpPr>
          <p:cNvPr id="6" name="Shape 4"/>
          <p:cNvSpPr/>
          <p:nvPr/>
        </p:nvSpPr>
        <p:spPr>
          <a:xfrm>
            <a:off x="9656064" y="1773936"/>
            <a:ext cx="128016" cy="128016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228600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241E42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27432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27D3E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6 · НЕДЕЛЯ 11 · ФИНАЛЬНЫЙ ПРОЕКТ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интерфейс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модели — к готовому продукту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22 · 90 минут · улучшение + Gradio + презентация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ЗНАЧИТ «УЛУЧШИТЬ»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100%, а честно и лучше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476424" cy="265176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512532" y="2560320"/>
            <a:ext cx="640080" cy="64008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512532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модели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AutoML, бустинг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6544" y="2286000"/>
            <a:ext cx="2476424" cy="265176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10" name="Shape 8"/>
          <p:cNvSpPr/>
          <p:nvPr/>
        </p:nvSpPr>
        <p:spPr>
          <a:xfrm>
            <a:off x="4354716" y="2560320"/>
            <a:ext cx="640080" cy="64008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1" name="Text 9"/>
          <p:cNvSpPr/>
          <p:nvPr/>
        </p:nvSpPr>
        <p:spPr>
          <a:xfrm>
            <a:off x="4354716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7984" y="342900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73704" y="393192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новые, продуманные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2286000"/>
            <a:ext cx="2476424" cy="265176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96899" y="2560320"/>
            <a:ext cx="640080" cy="64008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96899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0168" y="342900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5888" y="393192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20911" y="2286000"/>
            <a:ext cx="2476424" cy="2651760"/>
          </a:xfrm>
          <a:prstGeom prst="roundRect">
            <a:avLst>
              <a:gd name="adj" fmla="val 4431"/>
            </a:avLst>
          </a:prstGeom>
          <a:solidFill>
            <a:srgbClr val="241E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9083" y="256032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9083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12351" y="3429000"/>
            <a:ext cx="2293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8071" y="3931920"/>
            <a:ext cx="22021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правильная (урок 11)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2120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— это честно измерить метрику и понять, где модель ошибается.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→ веб-интерфейс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463040"/>
          </a:xfrm>
          <a:prstGeom prst="roundRect">
            <a:avLst>
              <a:gd name="adj" fmla="val 75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Оборачиваем модель в Gradio: пользователь вводит данные — получает предсказание.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11002975" cy="2011680"/>
          </a:xfrm>
          <a:prstGeom prst="roundRect">
            <a:avLst>
              <a:gd name="adj" fmla="val 5455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2336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gr.Interface(fn=predict, inputs=[...], outputs=gr.Label()).launch(share=True)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интерфейс принимает данные в том же формате, что ждёт модель. Проверь на новых примерах.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презентации и README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(3–5)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— что и зачем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— откуда, сколько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метрика vs baseline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— интерфейс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— где ошибается, что дальше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0" y="2880360"/>
            <a:ext cx="451073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 проект и задача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модель (в Pipeline)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(метрика)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запустить / ссылка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быть к концу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репетиции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улучшена и честно оценена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веб-интерфейс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структура презентации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README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23 — репетиция презентации и финальный деплой
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24 — Demo Day: защита проекта перед родителями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почти у финиша — впереди защита проекта!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2026-07-06T17:44:59Z</dcterms:created>
  <dcterms:modified xsi:type="dcterms:W3CDTF">2026-07-06T17:44:59Z</dcterms:modified>
</cp:coreProperties>
</file>