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Следующие 3 месяца вы будете делать то, что 10 лет назад умели только большие компании. К концу курса у каждого — своё работающее ИИ-приложение со ссылкой для родителей. А сегодня просто смотрим магию.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Кто сегодня залипал в TikTok или Reels? Лента будто читает мысли. Но вручную для миллиарда людей это невозможно. Соберите 3-4 гипотезы, не оценивайте — просто запишите.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ничего ей не подсказываю. Не писал правило 'если круглое и оранжевое — апельсин'. Смотрите сами. Показать классификацию объектов/эмоций в реальном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 курса. Раньше программист прописывал каждое правило руками. В ML правила не пишем — показываем тысячи примеров, закономерность машина выводит сама. Повторить дважды.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Пример скрытого правила: 'подходит, если в слове есть буква О'. Называйте слова, отмечайте да/нет, пусть угадывают. Это ровно то, что делает модель — выводит правило из примеров.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 давно вокруг, просто незаметно. Везде: на вход — данные, на выходе — решение. Запомните два слова: данные и решение, повторяем весь курс.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Критически важно. Машина никогда не уверена полностью и может уверенно ошибаться. Слепо доверять нельзя — особенно в медицине, беспилотниках, важных решениях. Человек проверяет.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Откройте Colab, запустите модель сами. Главное — не проверить, а обмануть. Кто найдёт самую нелепую ошибку — победитель. Попробуйте догадаться, почему. Это уже работа ML-инженера.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к чему идём. Через 12 недель не будете бояться слова 'нейросеть' — будете их создавать. Поехали.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6D5DF6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22D3EE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МАШИННОЕ ОБУЧЕНИЕ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Магия, которой нет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 ·  Вау-старт курса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Откуда TikTok знает,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показать именно тебе?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0" y="2743200"/>
            <a:ext cx="2377440" cy="3566160"/>
          </a:xfrm>
          <a:prstGeom prst="roundRect">
            <a:avLst>
              <a:gd name="adj" fmla="val 9615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40233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программист не выбирает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лично для тебя.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42062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Тогда кто выбирает?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Накидайте версии — запишем на доске.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6D5DF6">
              <a:alpha val="25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630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Сейчас машина узнает,</a:t>
            </a:r>
            <a:endParaRPr lang="en-US" sz="4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что у меня в руках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переключаемся на живое демо: веб-камера / Colab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Главная идея всего курса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5F4FF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2011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Обычная программа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пишет </a:t>
            </a:r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474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3456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выдаёт ответ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4389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случаи — руками. С ума сойдёшь.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0116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2011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Машинное обучение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58368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даёт </a:t>
            </a:r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747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34564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сама находит правила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583680" y="4297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ребёнок: показываешь кошек — он сам начинает узнавать.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17043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051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Игра: «Угадай правило»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2286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вы сами станете моделью.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05840" y="3017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загадал секретное правило.</a:t>
            </a:r>
            <a:endParaRPr lang="en-US" sz="2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Называю слова и говорю «подходит / не подходит».</a:t>
            </a:r>
            <a:endParaRPr lang="en-US" sz="2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угадываете само правило.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22960" y="5257800"/>
            <a:ext cx="10515600" cy="868680"/>
          </a:xfrm>
          <a:prstGeom prst="roundRect">
            <a:avLst>
              <a:gd name="adj" fmla="val 10526"/>
            </a:avLst>
          </a:prstGeom>
          <a:solidFill>
            <a:srgbClr val="F5F4FF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6D5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это делает нейросеть — ищет правило по примерам.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уже вокруг тебя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 его не видно. Везде один принцип: данные → решение.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514600"/>
            <a:ext cx="777240" cy="777240"/>
          </a:xfrm>
          <a:prstGeom prst="ellipse">
            <a:avLst/>
          </a:prstGeom>
          <a:solidFill>
            <a:srgbClr val="F5F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697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TikTok / YouTube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34840" y="21945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2514600"/>
            <a:ext cx="777240" cy="777240"/>
          </a:xfrm>
          <a:prstGeom prst="ellipse">
            <a:avLst/>
          </a:prstGeom>
          <a:solidFill>
            <a:srgbClr val="F5F4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6974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лица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46720" y="219456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F5F4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6974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Автоподсказки клавиатуры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22960" y="411480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97280" y="4434840"/>
            <a:ext cx="777240" cy="777240"/>
          </a:xfrm>
          <a:prstGeom prst="ellipse">
            <a:avLst/>
          </a:prstGeom>
          <a:solidFill>
            <a:srgbClr val="F5F4F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6177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156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Голосовые помощники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434840" y="411480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4434840"/>
            <a:ext cx="777240" cy="777240"/>
          </a:xfrm>
          <a:prstGeom prst="ellipse">
            <a:avLst/>
          </a:prstGeom>
          <a:solidFill>
            <a:srgbClr val="F5F4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61772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6344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в камере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8046720" y="411480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2E2A6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21040" y="4434840"/>
            <a:ext cx="777240" cy="777240"/>
          </a:xfrm>
          <a:prstGeom prst="ellipse">
            <a:avLst/>
          </a:prstGeom>
          <a:solidFill>
            <a:srgbClr val="F5F4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61772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7532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Чат-боты и ИИ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005840" cy="10058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0789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Модель не уверена на 100%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2860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5F4FF"/>
          </a:solidFill>
          <a:ln/>
        </p:spPr>
      </p:sp>
      <p:sp>
        <p:nvSpPr>
          <p:cNvPr id="6" name="Text 3"/>
          <p:cNvSpPr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говорит: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«Это кот.»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217920" y="22860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1E1B4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говорит: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«Я на 87% думаю, что кот.»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5D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 = вероятности, а не абсолютная правда.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2960" y="4754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 может уверенно ошибаться. Поэтому в медицине, беспилотниках и важных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решениях человек всегда проверяет.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D5DF6">
              <a:alpha val="2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Твой ход: СЛОМАЙ модель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05840" y="31089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 Colab и запусти ту же модель сам.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Найди картинку, на которой она ошибётся.</a:t>
            </a:r>
            <a:endParaRPr lang="en-US" sz="22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ED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Догадайся — ПОЧЕМУ она ошиблась.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2E2A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550468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5349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найдёт самую нелепую ошибку — победитель. Это работа настоящего ML-инженера.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К концу курса у тебя будет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71907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ИИ-приложение в интернете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69748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85292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267919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проекта в портфолио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822960" y="3657600"/>
            <a:ext cx="685800" cy="685800"/>
          </a:xfrm>
          <a:prstGeom prst="ellipse">
            <a:avLst/>
          </a:prstGeom>
          <a:solidFill>
            <a:srgbClr val="6D5DF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813048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83080" y="363931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Умение объяснить, как это работает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773168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83080" y="4599432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Демо-день для родителей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22D3E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Через 12 недель ты не будешь бояться слова «нейросеть» — ты будешь их создавать. Поехали!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1 — Магия ML</dc:title>
  <dc:subject>PptxGenJS Presentation</dc:subject>
  <dc:creator>Курс ML</dc:creator>
  <cp:lastModifiedBy>Курс ML</cp:lastModifiedBy>
  <cp:revision>1</cp:revision>
  <dcterms:created xsi:type="dcterms:W3CDTF">2026-06-12T17:10:26Z</dcterms:created>
  <dcterms:modified xsi:type="dcterms:W3CDTF">2026-06-12T17:10:26Z</dcterms:modified>
</cp:coreProperties>
</file>